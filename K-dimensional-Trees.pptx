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57" r:id="rId4"/>
    <p:sldId id="258" r:id="rId5"/>
    <p:sldId id="259" r:id="rId6"/>
    <p:sldId id="263" r:id="rId7"/>
    <p:sldId id="264" r:id="rId8"/>
    <p:sldId id="265" r:id="rId9"/>
    <p:sldId id="260" r:id="rId10"/>
    <p:sldId id="271" r:id="rId11"/>
    <p:sldId id="272" r:id="rId12"/>
    <p:sldId id="275" r:id="rId13"/>
    <p:sldId id="261" r:id="rId14"/>
    <p:sldId id="268" r:id="rId15"/>
    <p:sldId id="269" r:id="rId16"/>
    <p:sldId id="276" r:id="rId17"/>
    <p:sldId id="277" r:id="rId18"/>
    <p:sldId id="278" r:id="rId19"/>
    <p:sldId id="267" r:id="rId20"/>
  </p:sldIdLst>
  <p:sldSz cx="14630400" cy="8229600"/>
  <p:notesSz cx="8229600" cy="14630400"/>
  <p:embeddedFontLst>
    <p:embeddedFont>
      <p:font typeface="Epilogue" panose="020B0604020202020204" charset="0"/>
      <p:regular r:id="rId22"/>
    </p:embeddedFont>
    <p:embeddedFont>
      <p:font typeface="Fraunces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A960B-6274-4406-813D-2D452B5CF25F}" v="434" dt="2024-10-14T06:21:38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88" d="100"/>
          <a:sy n="88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yarathod2003@outlook.com" userId="5a1b7f17551adc53" providerId="LiveId" clId="{F0AFCDFD-3329-443D-BACD-800609226AF7}"/>
    <pc:docChg chg="undo custSel modSld sldOrd">
      <pc:chgData name="riyarathod2003@outlook.com" userId="5a1b7f17551adc53" providerId="LiveId" clId="{F0AFCDFD-3329-443D-BACD-800609226AF7}" dt="2024-10-07T17:57:33.021" v="173"/>
      <pc:docMkLst>
        <pc:docMk/>
      </pc:docMkLst>
      <pc:sldChg chg="modTransition">
        <pc:chgData name="riyarathod2003@outlook.com" userId="5a1b7f17551adc53" providerId="LiveId" clId="{F0AFCDFD-3329-443D-BACD-800609226AF7}" dt="2024-10-07T17:57:33.021" v="173"/>
        <pc:sldMkLst>
          <pc:docMk/>
          <pc:sldMk cId="0" sldId="257"/>
        </pc:sldMkLst>
      </pc:sldChg>
      <pc:sldChg chg="modSp mod">
        <pc:chgData name="riyarathod2003@outlook.com" userId="5a1b7f17551adc53" providerId="LiveId" clId="{F0AFCDFD-3329-443D-BACD-800609226AF7}" dt="2024-10-07T17:25:48.882" v="156" actId="20577"/>
        <pc:sldMkLst>
          <pc:docMk/>
          <pc:sldMk cId="3939634946" sldId="266"/>
        </pc:sldMkLst>
        <pc:spChg chg="mod">
          <ac:chgData name="riyarathod2003@outlook.com" userId="5a1b7f17551adc53" providerId="LiveId" clId="{F0AFCDFD-3329-443D-BACD-800609226AF7}" dt="2024-10-07T17:25:48.882" v="156" actId="20577"/>
          <ac:spMkLst>
            <pc:docMk/>
            <pc:sldMk cId="3939634946" sldId="266"/>
            <ac:spMk id="4" creationId="{00000000-0000-0000-0000-000000000000}"/>
          </ac:spMkLst>
        </pc:spChg>
      </pc:sldChg>
      <pc:sldChg chg="ord">
        <pc:chgData name="riyarathod2003@outlook.com" userId="5a1b7f17551adc53" providerId="LiveId" clId="{F0AFCDFD-3329-443D-BACD-800609226AF7}" dt="2024-10-07T17:26:02.584" v="162" actId="20578"/>
        <pc:sldMkLst>
          <pc:docMk/>
          <pc:sldMk cId="3362518499" sldId="270"/>
        </pc:sldMkLst>
      </pc:sldChg>
      <pc:sldChg chg="addSp modSp mod">
        <pc:chgData name="riyarathod2003@outlook.com" userId="5a1b7f17551adc53" providerId="LiveId" clId="{F0AFCDFD-3329-443D-BACD-800609226AF7}" dt="2024-10-07T17:26:58.385" v="171" actId="14100"/>
        <pc:sldMkLst>
          <pc:docMk/>
          <pc:sldMk cId="3437169020" sldId="272"/>
        </pc:sldMkLst>
        <pc:cxnChg chg="add mod">
          <ac:chgData name="riyarathod2003@outlook.com" userId="5a1b7f17551adc53" providerId="LiveId" clId="{F0AFCDFD-3329-443D-BACD-800609226AF7}" dt="2024-10-07T16:54:35.760" v="101" actId="14100"/>
          <ac:cxnSpMkLst>
            <pc:docMk/>
            <pc:sldMk cId="3437169020" sldId="272"/>
            <ac:cxnSpMk id="14" creationId="{04FCAFA0-24B5-E9AA-F101-935EF60221CC}"/>
          </ac:cxnSpMkLst>
        </pc:cxnChg>
        <pc:cxnChg chg="add mod">
          <ac:chgData name="riyarathod2003@outlook.com" userId="5a1b7f17551adc53" providerId="LiveId" clId="{F0AFCDFD-3329-443D-BACD-800609226AF7}" dt="2024-10-07T16:54:50.904" v="104" actId="14100"/>
          <ac:cxnSpMkLst>
            <pc:docMk/>
            <pc:sldMk cId="3437169020" sldId="272"/>
            <ac:cxnSpMk id="18" creationId="{64D31C78-045F-2FD5-3014-BFFE5B501C56}"/>
          </ac:cxnSpMkLst>
        </pc:cxnChg>
        <pc:cxnChg chg="add mod">
          <ac:chgData name="riyarathod2003@outlook.com" userId="5a1b7f17551adc53" providerId="LiveId" clId="{F0AFCDFD-3329-443D-BACD-800609226AF7}" dt="2024-10-07T16:55:43.279" v="117" actId="14100"/>
          <ac:cxnSpMkLst>
            <pc:docMk/>
            <pc:sldMk cId="3437169020" sldId="272"/>
            <ac:cxnSpMk id="27" creationId="{41CCA0EC-80BC-5B3B-8EB5-D006DD363D79}"/>
          </ac:cxnSpMkLst>
        </pc:cxnChg>
        <pc:cxnChg chg="add mod">
          <ac:chgData name="riyarathod2003@outlook.com" userId="5a1b7f17551adc53" providerId="LiveId" clId="{F0AFCDFD-3329-443D-BACD-800609226AF7}" dt="2024-10-07T16:55:49.728" v="118" actId="14100"/>
          <ac:cxnSpMkLst>
            <pc:docMk/>
            <pc:sldMk cId="3437169020" sldId="272"/>
            <ac:cxnSpMk id="30" creationId="{B0AB594A-945F-F70A-F487-062F8272EC20}"/>
          </ac:cxnSpMkLst>
        </pc:cxnChg>
        <pc:cxnChg chg="add mod">
          <ac:chgData name="riyarathod2003@outlook.com" userId="5a1b7f17551adc53" providerId="LiveId" clId="{F0AFCDFD-3329-443D-BACD-800609226AF7}" dt="2024-10-07T16:55:36.955" v="116" actId="14100"/>
          <ac:cxnSpMkLst>
            <pc:docMk/>
            <pc:sldMk cId="3437169020" sldId="272"/>
            <ac:cxnSpMk id="35" creationId="{384BF4C4-24EE-F9DA-7909-7F7620934E7C}"/>
          </ac:cxnSpMkLst>
        </pc:cxnChg>
        <pc:cxnChg chg="add mod">
          <ac:chgData name="riyarathod2003@outlook.com" userId="5a1b7f17551adc53" providerId="LiveId" clId="{F0AFCDFD-3329-443D-BACD-800609226AF7}" dt="2024-10-07T16:56:13.055" v="123" actId="14100"/>
          <ac:cxnSpMkLst>
            <pc:docMk/>
            <pc:sldMk cId="3437169020" sldId="272"/>
            <ac:cxnSpMk id="41" creationId="{19F9F0DE-A149-382D-F6FB-B615A77DB5B5}"/>
          </ac:cxnSpMkLst>
        </pc:cxnChg>
        <pc:cxnChg chg="add mod">
          <ac:chgData name="riyarathod2003@outlook.com" userId="5a1b7f17551adc53" providerId="LiveId" clId="{F0AFCDFD-3329-443D-BACD-800609226AF7}" dt="2024-10-07T16:56:29.895" v="126" actId="14100"/>
          <ac:cxnSpMkLst>
            <pc:docMk/>
            <pc:sldMk cId="3437169020" sldId="272"/>
            <ac:cxnSpMk id="46" creationId="{2E0BC6BE-084D-16E7-729D-D323BDCDB8E6}"/>
          </ac:cxnSpMkLst>
        </pc:cxnChg>
        <pc:cxnChg chg="add mod">
          <ac:chgData name="riyarathod2003@outlook.com" userId="5a1b7f17551adc53" providerId="LiveId" clId="{F0AFCDFD-3329-443D-BACD-800609226AF7}" dt="2024-10-07T16:57:17.845" v="132" actId="14100"/>
          <ac:cxnSpMkLst>
            <pc:docMk/>
            <pc:sldMk cId="3437169020" sldId="272"/>
            <ac:cxnSpMk id="49" creationId="{A34084D2-6D54-1B3F-62A4-AA0C928EE85A}"/>
          </ac:cxnSpMkLst>
        </pc:cxnChg>
        <pc:cxnChg chg="add mod">
          <ac:chgData name="riyarathod2003@outlook.com" userId="5a1b7f17551adc53" providerId="LiveId" clId="{F0AFCDFD-3329-443D-BACD-800609226AF7}" dt="2024-10-07T16:57:43.589" v="137" actId="14100"/>
          <ac:cxnSpMkLst>
            <pc:docMk/>
            <pc:sldMk cId="3437169020" sldId="272"/>
            <ac:cxnSpMk id="54" creationId="{0AAF7F63-26CF-F284-DD96-25CE2860BD24}"/>
          </ac:cxnSpMkLst>
        </pc:cxnChg>
        <pc:cxnChg chg="add mod">
          <ac:chgData name="riyarathod2003@outlook.com" userId="5a1b7f17551adc53" providerId="LiveId" clId="{F0AFCDFD-3329-443D-BACD-800609226AF7}" dt="2024-10-07T16:57:57.728" v="140" actId="14100"/>
          <ac:cxnSpMkLst>
            <pc:docMk/>
            <pc:sldMk cId="3437169020" sldId="272"/>
            <ac:cxnSpMk id="58" creationId="{8C29890D-CF06-85AB-3C04-BAE5A32FEF14}"/>
          </ac:cxnSpMkLst>
        </pc:cxnChg>
        <pc:cxnChg chg="add mod">
          <ac:chgData name="riyarathod2003@outlook.com" userId="5a1b7f17551adc53" providerId="LiveId" clId="{F0AFCDFD-3329-443D-BACD-800609226AF7}" dt="2024-10-07T17:25:49.694" v="157" actId="14100"/>
          <ac:cxnSpMkLst>
            <pc:docMk/>
            <pc:sldMk cId="3437169020" sldId="272"/>
            <ac:cxnSpMk id="60" creationId="{727538A3-9EBD-1459-4412-B11747201941}"/>
          </ac:cxnSpMkLst>
        </pc:cxnChg>
        <pc:cxnChg chg="add mod">
          <ac:chgData name="riyarathod2003@outlook.com" userId="5a1b7f17551adc53" providerId="LiveId" clId="{F0AFCDFD-3329-443D-BACD-800609226AF7}" dt="2024-10-07T17:26:50.461" v="170" actId="14100"/>
          <ac:cxnSpMkLst>
            <pc:docMk/>
            <pc:sldMk cId="3437169020" sldId="272"/>
            <ac:cxnSpMk id="65" creationId="{2C48B588-DEB7-A0C5-6E5D-8301A1A3B200}"/>
          </ac:cxnSpMkLst>
        </pc:cxnChg>
        <pc:cxnChg chg="add mod">
          <ac:chgData name="riyarathod2003@outlook.com" userId="5a1b7f17551adc53" providerId="LiveId" clId="{F0AFCDFD-3329-443D-BACD-800609226AF7}" dt="2024-10-07T17:25:56.682" v="159" actId="14100"/>
          <ac:cxnSpMkLst>
            <pc:docMk/>
            <pc:sldMk cId="3437169020" sldId="272"/>
            <ac:cxnSpMk id="68" creationId="{C16EEA75-6CA5-45FA-234E-0B6215F2D4B2}"/>
          </ac:cxnSpMkLst>
        </pc:cxnChg>
        <pc:cxnChg chg="add mod">
          <ac:chgData name="riyarathod2003@outlook.com" userId="5a1b7f17551adc53" providerId="LiveId" clId="{F0AFCDFD-3329-443D-BACD-800609226AF7}" dt="2024-10-07T17:26:58.385" v="171" actId="14100"/>
          <ac:cxnSpMkLst>
            <pc:docMk/>
            <pc:sldMk cId="3437169020" sldId="272"/>
            <ac:cxnSpMk id="72" creationId="{8F0E1997-BFB8-B5D7-4ADE-A7953737C47E}"/>
          </ac:cxnSpMkLst>
        </pc:cxnChg>
      </pc:sldChg>
      <pc:sldChg chg="addSp delSp modSp mod">
        <pc:chgData name="riyarathod2003@outlook.com" userId="5a1b7f17551adc53" providerId="LiveId" clId="{F0AFCDFD-3329-443D-BACD-800609226AF7}" dt="2024-10-07T08:52:56.216" v="97" actId="14100"/>
        <pc:sldMkLst>
          <pc:docMk/>
          <pc:sldMk cId="1905130438" sldId="273"/>
        </pc:sldMkLst>
        <pc:cxnChg chg="add mod">
          <ac:chgData name="riyarathod2003@outlook.com" userId="5a1b7f17551adc53" providerId="LiveId" clId="{F0AFCDFD-3329-443D-BACD-800609226AF7}" dt="2024-10-07T08:48:19.841" v="76" actId="14100"/>
          <ac:cxnSpMkLst>
            <pc:docMk/>
            <pc:sldMk cId="1905130438" sldId="273"/>
            <ac:cxnSpMk id="4" creationId="{7652ABEB-0024-9C26-B78E-D05467B46B44}"/>
          </ac:cxnSpMkLst>
        </pc:cxnChg>
        <pc:cxnChg chg="add mod">
          <ac:chgData name="riyarathod2003@outlook.com" userId="5a1b7f17551adc53" providerId="LiveId" clId="{F0AFCDFD-3329-443D-BACD-800609226AF7}" dt="2024-10-07T08:48:51.894" v="82" actId="14100"/>
          <ac:cxnSpMkLst>
            <pc:docMk/>
            <pc:sldMk cId="1905130438" sldId="273"/>
            <ac:cxnSpMk id="12" creationId="{D15A3FAE-954D-8DB5-41B6-558DC45B9E7E}"/>
          </ac:cxnSpMkLst>
        </pc:cxnChg>
        <pc:cxnChg chg="add mod">
          <ac:chgData name="riyarathod2003@outlook.com" userId="5a1b7f17551adc53" providerId="LiveId" clId="{F0AFCDFD-3329-443D-BACD-800609226AF7}" dt="2024-10-07T08:52:56.216" v="97" actId="14100"/>
          <ac:cxnSpMkLst>
            <pc:docMk/>
            <pc:sldMk cId="1905130438" sldId="273"/>
            <ac:cxnSpMk id="23" creationId="{54B22A48-8474-9747-D06B-A3B569C684EB}"/>
          </ac:cxnSpMkLst>
        </pc:cxnChg>
        <pc:cxnChg chg="add mod">
          <ac:chgData name="riyarathod2003@outlook.com" userId="5a1b7f17551adc53" providerId="LiveId" clId="{F0AFCDFD-3329-443D-BACD-800609226AF7}" dt="2024-10-07T08:52:28.598" v="95" actId="14100"/>
          <ac:cxnSpMkLst>
            <pc:docMk/>
            <pc:sldMk cId="1905130438" sldId="273"/>
            <ac:cxnSpMk id="31" creationId="{4816027A-17AA-E252-805B-B03131EB9D3C}"/>
          </ac:cxnSpMkLst>
        </pc:cxnChg>
        <pc:cxnChg chg="del">
          <ac:chgData name="riyarathod2003@outlook.com" userId="5a1b7f17551adc53" providerId="LiveId" clId="{F0AFCDFD-3329-443D-BACD-800609226AF7}" dt="2024-10-07T08:45:42.679" v="41" actId="478"/>
          <ac:cxnSpMkLst>
            <pc:docMk/>
            <pc:sldMk cId="1905130438" sldId="273"/>
            <ac:cxnSpMk id="33" creationId="{4AAAD303-88B9-DB0A-9B07-EC5E03FC2D96}"/>
          </ac:cxnSpMkLst>
        </pc:cxnChg>
        <pc:cxnChg chg="del">
          <ac:chgData name="riyarathod2003@outlook.com" userId="5a1b7f17551adc53" providerId="LiveId" clId="{F0AFCDFD-3329-443D-BACD-800609226AF7}" dt="2024-10-07T08:45:25.196" v="37" actId="478"/>
          <ac:cxnSpMkLst>
            <pc:docMk/>
            <pc:sldMk cId="1905130438" sldId="273"/>
            <ac:cxnSpMk id="35" creationId="{4BDACC6C-9FED-E4B4-21D9-489AD1F4C87A}"/>
          </ac:cxnSpMkLst>
        </pc:cxnChg>
        <pc:cxnChg chg="del mod">
          <ac:chgData name="riyarathod2003@outlook.com" userId="5a1b7f17551adc53" providerId="LiveId" clId="{F0AFCDFD-3329-443D-BACD-800609226AF7}" dt="2024-10-07T08:42:36.218" v="7" actId="478"/>
          <ac:cxnSpMkLst>
            <pc:docMk/>
            <pc:sldMk cId="1905130438" sldId="273"/>
            <ac:cxnSpMk id="36" creationId="{EA685C24-D4EA-CED3-B2B0-E3DADD532BF8}"/>
          </ac:cxnSpMkLst>
        </pc:cxnChg>
        <pc:cxnChg chg="del">
          <ac:chgData name="riyarathod2003@outlook.com" userId="5a1b7f17551adc53" providerId="LiveId" clId="{F0AFCDFD-3329-443D-BACD-800609226AF7}" dt="2024-10-07T08:46:08.148" v="46" actId="478"/>
          <ac:cxnSpMkLst>
            <pc:docMk/>
            <pc:sldMk cId="1905130438" sldId="273"/>
            <ac:cxnSpMk id="37" creationId="{E0EDEDCD-DBFF-DFFB-9F08-235F711028A4}"/>
          </ac:cxnSpMkLst>
        </pc:cxnChg>
        <pc:cxnChg chg="del">
          <ac:chgData name="riyarathod2003@outlook.com" userId="5a1b7f17551adc53" providerId="LiveId" clId="{F0AFCDFD-3329-443D-BACD-800609226AF7}" dt="2024-10-07T08:46:10.387" v="47" actId="478"/>
          <ac:cxnSpMkLst>
            <pc:docMk/>
            <pc:sldMk cId="1905130438" sldId="273"/>
            <ac:cxnSpMk id="38" creationId="{14F54723-99E7-B070-5F4E-07CA55D35450}"/>
          </ac:cxnSpMkLst>
        </pc:cxnChg>
        <pc:cxnChg chg="add mod">
          <ac:chgData name="riyarathod2003@outlook.com" userId="5a1b7f17551adc53" providerId="LiveId" clId="{F0AFCDFD-3329-443D-BACD-800609226AF7}" dt="2024-10-07T08:52:13.615" v="92" actId="14100"/>
          <ac:cxnSpMkLst>
            <pc:docMk/>
            <pc:sldMk cId="1905130438" sldId="273"/>
            <ac:cxnSpMk id="42" creationId="{18271B9A-006A-9461-232E-FE29B69919EF}"/>
          </ac:cxnSpMkLst>
        </pc:cxnChg>
        <pc:cxnChg chg="add mod">
          <ac:chgData name="riyarathod2003@outlook.com" userId="5a1b7f17551adc53" providerId="LiveId" clId="{F0AFCDFD-3329-443D-BACD-800609226AF7}" dt="2024-10-07T08:45:18.339" v="35" actId="14100"/>
          <ac:cxnSpMkLst>
            <pc:docMk/>
            <pc:sldMk cId="1905130438" sldId="273"/>
            <ac:cxnSpMk id="46" creationId="{1E60E498-FCDC-18D5-09D2-A391C39E2459}"/>
          </ac:cxnSpMkLst>
        </pc:cxnChg>
        <pc:cxnChg chg="add mod">
          <ac:chgData name="riyarathod2003@outlook.com" userId="5a1b7f17551adc53" providerId="LiveId" clId="{F0AFCDFD-3329-443D-BACD-800609226AF7}" dt="2024-10-07T08:45:39.078" v="40" actId="14100"/>
          <ac:cxnSpMkLst>
            <pc:docMk/>
            <pc:sldMk cId="1905130438" sldId="273"/>
            <ac:cxnSpMk id="51" creationId="{0150EF06-BEE4-2CBE-FEE1-25048D99A308}"/>
          </ac:cxnSpMkLst>
        </pc:cxnChg>
        <pc:cxnChg chg="add mod">
          <ac:chgData name="riyarathod2003@outlook.com" userId="5a1b7f17551adc53" providerId="LiveId" clId="{F0AFCDFD-3329-443D-BACD-800609226AF7}" dt="2024-10-07T08:45:57.811" v="44" actId="14100"/>
          <ac:cxnSpMkLst>
            <pc:docMk/>
            <pc:sldMk cId="1905130438" sldId="273"/>
            <ac:cxnSpMk id="54" creationId="{4B039B7B-349C-28C8-E03B-B82D7535B0BD}"/>
          </ac:cxnSpMkLst>
        </pc:cxnChg>
        <pc:cxnChg chg="add mod">
          <ac:chgData name="riyarathod2003@outlook.com" userId="5a1b7f17551adc53" providerId="LiveId" clId="{F0AFCDFD-3329-443D-BACD-800609226AF7}" dt="2024-10-07T08:46:48.452" v="56" actId="14100"/>
          <ac:cxnSpMkLst>
            <pc:docMk/>
            <pc:sldMk cId="1905130438" sldId="273"/>
            <ac:cxnSpMk id="57" creationId="{2B29ADA4-24D1-F484-9F98-07647F1C983E}"/>
          </ac:cxnSpMkLst>
        </pc:cxnChg>
        <pc:cxnChg chg="add mod">
          <ac:chgData name="riyarathod2003@outlook.com" userId="5a1b7f17551adc53" providerId="LiveId" clId="{F0AFCDFD-3329-443D-BACD-800609226AF7}" dt="2024-10-07T08:46:44.305" v="55" actId="14100"/>
          <ac:cxnSpMkLst>
            <pc:docMk/>
            <pc:sldMk cId="1905130438" sldId="273"/>
            <ac:cxnSpMk id="60" creationId="{C6D5E1E8-F384-5260-FFD5-00288BA14587}"/>
          </ac:cxnSpMkLst>
        </pc:cxnChg>
        <pc:cxnChg chg="add mod">
          <ac:chgData name="riyarathod2003@outlook.com" userId="5a1b7f17551adc53" providerId="LiveId" clId="{F0AFCDFD-3329-443D-BACD-800609226AF7}" dt="2024-10-07T08:49:37.146" v="85" actId="14100"/>
          <ac:cxnSpMkLst>
            <pc:docMk/>
            <pc:sldMk cId="1905130438" sldId="273"/>
            <ac:cxnSpMk id="66" creationId="{F9CAF48F-8E78-D87D-0E75-9EA8810876EA}"/>
          </ac:cxnSpMkLst>
        </pc:cxnChg>
        <pc:cxnChg chg="add mod">
          <ac:chgData name="riyarathod2003@outlook.com" userId="5a1b7f17551adc53" providerId="LiveId" clId="{F0AFCDFD-3329-443D-BACD-800609226AF7}" dt="2024-10-07T08:47:13.435" v="63" actId="14100"/>
          <ac:cxnSpMkLst>
            <pc:docMk/>
            <pc:sldMk cId="1905130438" sldId="273"/>
            <ac:cxnSpMk id="69" creationId="{DAC91771-78EC-9B8E-E933-5F56C370245B}"/>
          </ac:cxnSpMkLst>
        </pc:cxnChg>
        <pc:cxnChg chg="add del mod">
          <ac:chgData name="riyarathod2003@outlook.com" userId="5a1b7f17551adc53" providerId="LiveId" clId="{F0AFCDFD-3329-443D-BACD-800609226AF7}" dt="2024-10-07T08:49:17.744" v="83" actId="478"/>
          <ac:cxnSpMkLst>
            <pc:docMk/>
            <pc:sldMk cId="1905130438" sldId="273"/>
            <ac:cxnSpMk id="73" creationId="{6123B47D-6DA0-ECE8-AE55-E8AAA1AB9A33}"/>
          </ac:cxnSpMkLst>
        </pc:cxnChg>
        <pc:cxnChg chg="add mod">
          <ac:chgData name="riyarathod2003@outlook.com" userId="5a1b7f17551adc53" providerId="LiveId" clId="{F0AFCDFD-3329-443D-BACD-800609226AF7}" dt="2024-10-07T08:47:43.502" v="69" actId="14100"/>
          <ac:cxnSpMkLst>
            <pc:docMk/>
            <pc:sldMk cId="1905130438" sldId="273"/>
            <ac:cxnSpMk id="76" creationId="{0C5A9D31-4B44-78BE-6459-F597CD21B38F}"/>
          </ac:cxnSpMkLst>
        </pc:cxnChg>
        <pc:cxnChg chg="add mod">
          <ac:chgData name="riyarathod2003@outlook.com" userId="5a1b7f17551adc53" providerId="LiveId" clId="{F0AFCDFD-3329-443D-BACD-800609226AF7}" dt="2024-10-07T08:48:12.205" v="75" actId="14100"/>
          <ac:cxnSpMkLst>
            <pc:docMk/>
            <pc:sldMk cId="1905130438" sldId="273"/>
            <ac:cxnSpMk id="79" creationId="{3643B547-804B-EF14-EAEF-962E61482262}"/>
          </ac:cxnSpMkLst>
        </pc:cxnChg>
      </pc:sldChg>
    </pc:docChg>
  </pc:docChgLst>
  <pc:docChgLst>
    <pc:chgData name="Keshav Thacker" userId="01401ad2a86ea8e6" providerId="LiveId" clId="{3BDA960B-6274-4406-813D-2D452B5CF25F}"/>
    <pc:docChg chg="undo custSel addSld delSld modSld sldOrd">
      <pc:chgData name="Keshav Thacker" userId="01401ad2a86ea8e6" providerId="LiveId" clId="{3BDA960B-6274-4406-813D-2D452B5CF25F}" dt="2024-10-14T06:27:39.429" v="1639" actId="14100"/>
      <pc:docMkLst>
        <pc:docMk/>
      </pc:docMkLst>
      <pc:sldChg chg="addSp delSp modSp mod ord">
        <pc:chgData name="Keshav Thacker" userId="01401ad2a86ea8e6" providerId="LiveId" clId="{3BDA960B-6274-4406-813D-2D452B5CF25F}" dt="2024-10-03T08:40:52.212" v="732"/>
        <pc:sldMkLst>
          <pc:docMk/>
          <pc:sldMk cId="0" sldId="256"/>
        </pc:sldMkLst>
        <pc:spChg chg="mod">
          <ac:chgData name="Keshav Thacker" userId="01401ad2a86ea8e6" providerId="LiveId" clId="{3BDA960B-6274-4406-813D-2D452B5CF25F}" dt="2024-10-03T06:57:47.764" v="14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6:57:35.436" v="140" actId="255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Keshav Thacker" userId="01401ad2a86ea8e6" providerId="LiveId" clId="{3BDA960B-6274-4406-813D-2D452B5CF25F}" dt="2024-10-03T06:57:18.767" v="139" actId="1076"/>
          <ac:spMkLst>
            <pc:docMk/>
            <pc:sldMk cId="0" sldId="256"/>
            <ac:spMk id="8" creationId="{10E14916-1515-A5C8-D942-0ED2CE1968AA}"/>
          </ac:spMkLst>
        </pc:spChg>
        <pc:picChg chg="add mod">
          <ac:chgData name="Keshav Thacker" userId="01401ad2a86ea8e6" providerId="LiveId" clId="{3BDA960B-6274-4406-813D-2D452B5CF25F}" dt="2024-10-03T06:54:58.403" v="123" actId="14100"/>
          <ac:picMkLst>
            <pc:docMk/>
            <pc:sldMk cId="0" sldId="256"/>
            <ac:picMk id="10" creationId="{C03CA674-24D2-5B44-3A2A-B2739B6B5D8D}"/>
          </ac:picMkLst>
        </pc:picChg>
      </pc:sldChg>
      <pc:sldChg chg="addSp modSp mod">
        <pc:chgData name="Keshav Thacker" userId="01401ad2a86ea8e6" providerId="LiveId" clId="{3BDA960B-6274-4406-813D-2D452B5CF25F}" dt="2024-10-03T08:00:30.102" v="429"/>
        <pc:sldMkLst>
          <pc:docMk/>
          <pc:sldMk cId="0" sldId="257"/>
        </pc:sldMkLst>
        <pc:spChg chg="mod">
          <ac:chgData name="Keshav Thacker" userId="01401ad2a86ea8e6" providerId="LiveId" clId="{3BDA960B-6274-4406-813D-2D452B5CF25F}" dt="2024-10-03T07:06:47.658" v="196" actId="1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6:56.598" v="197" actId="113"/>
          <ac:spMkLst>
            <pc:docMk/>
            <pc:sldMk cId="0" sldId="257"/>
            <ac:spMk id="6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7:07.167" v="200" actId="123"/>
          <ac:spMkLst>
            <pc:docMk/>
            <pc:sldMk cId="0" sldId="257"/>
            <ac:spMk id="7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7:01.415" v="198" actId="11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7:14.130" v="202" actId="12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7:18.579" v="203" actId="11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7:25.538" v="205" actId="113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8:00:30.102" v="429"/>
          <ac:spMkLst>
            <pc:docMk/>
            <pc:sldMk cId="0" sldId="257"/>
            <ac:spMk id="16" creationId="{D79FE154-C98B-9403-243B-C8289F7CA85A}"/>
          </ac:spMkLst>
        </pc:spChg>
      </pc:sldChg>
      <pc:sldChg chg="addSp modSp mod">
        <pc:chgData name="Keshav Thacker" userId="01401ad2a86ea8e6" providerId="LiveId" clId="{3BDA960B-6274-4406-813D-2D452B5CF25F}" dt="2024-10-03T08:00:14.962" v="427"/>
        <pc:sldMkLst>
          <pc:docMk/>
          <pc:sldMk cId="0" sldId="258"/>
        </pc:sldMkLst>
        <pc:spChg chg="mod">
          <ac:chgData name="Keshav Thacker" userId="01401ad2a86ea8e6" providerId="LiveId" clId="{3BDA960B-6274-4406-813D-2D452B5CF25F}" dt="2024-10-03T07:12:21.450" v="25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12:03.584" v="247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11:56.221" v="24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12:10.096" v="248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11:50.203" v="24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12:14.499" v="24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11:44.285" v="244" actId="1076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8:00:14.962" v="427"/>
          <ac:spMkLst>
            <pc:docMk/>
            <pc:sldMk cId="0" sldId="258"/>
            <ac:spMk id="10" creationId="{568BD0BC-FAA2-B9D2-1C75-B41342BE165D}"/>
          </ac:spMkLst>
        </pc:spChg>
        <pc:picChg chg="add mod">
          <ac:chgData name="Keshav Thacker" userId="01401ad2a86ea8e6" providerId="LiveId" clId="{3BDA960B-6274-4406-813D-2D452B5CF25F}" dt="2024-10-03T07:10:47.531" v="236"/>
          <ac:picMkLst>
            <pc:docMk/>
            <pc:sldMk cId="0" sldId="258"/>
            <ac:picMk id="9" creationId="{5CEC6DB3-1E02-2B39-FD6E-F49C301D0E6C}"/>
          </ac:picMkLst>
        </pc:picChg>
      </pc:sldChg>
      <pc:sldChg chg="addSp modSp mod">
        <pc:chgData name="Keshav Thacker" userId="01401ad2a86ea8e6" providerId="LiveId" clId="{3BDA960B-6274-4406-813D-2D452B5CF25F}" dt="2024-10-03T08:00:07.949" v="426"/>
        <pc:sldMkLst>
          <pc:docMk/>
          <pc:sldMk cId="0" sldId="259"/>
        </pc:sldMkLst>
        <pc:spChg chg="mod">
          <ac:chgData name="Keshav Thacker" userId="01401ad2a86ea8e6" providerId="LiveId" clId="{3BDA960B-6274-4406-813D-2D452B5CF25F}" dt="2024-10-03T07:08:48.291" v="220" actId="113"/>
          <ac:spMkLst>
            <pc:docMk/>
            <pc:sldMk cId="0" sldId="259"/>
            <ac:spMk id="8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8:53.096" v="221" actId="113"/>
          <ac:spMkLst>
            <pc:docMk/>
            <pc:sldMk cId="0" sldId="259"/>
            <ac:spMk id="9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07.851" v="225" actId="11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10.371" v="226" actId="11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8:57.133" v="222" actId="11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01.253" v="223" actId="113"/>
          <ac:spMkLst>
            <pc:docMk/>
            <pc:sldMk cId="0" sldId="259"/>
            <ac:spMk id="19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8:00:07.949" v="426"/>
          <ac:spMkLst>
            <pc:docMk/>
            <pc:sldMk cId="0" sldId="259"/>
            <ac:spMk id="20" creationId="{2E56C811-BA1D-79A2-087E-609CACF0DDBF}"/>
          </ac:spMkLst>
        </pc:spChg>
      </pc:sldChg>
      <pc:sldChg chg="addSp modSp mod ord">
        <pc:chgData name="Keshav Thacker" userId="01401ad2a86ea8e6" providerId="LiveId" clId="{3BDA960B-6274-4406-813D-2D452B5CF25F}" dt="2024-10-10T06:13:45.404" v="1534" actId="113"/>
        <pc:sldMkLst>
          <pc:docMk/>
          <pc:sldMk cId="0" sldId="260"/>
        </pc:sldMkLst>
        <pc:spChg chg="mod">
          <ac:chgData name="Keshav Thacker" userId="01401ad2a86ea8e6" providerId="LiveId" clId="{3BDA960B-6274-4406-813D-2D452B5CF25F}" dt="2024-10-03T07:09:22.925" v="228" actId="113"/>
          <ac:spMkLst>
            <pc:docMk/>
            <pc:sldMk cId="0" sldId="260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18.411" v="227" actId="113"/>
          <ac:spMkLst>
            <pc:docMk/>
            <pc:sldMk cId="0" sldId="260"/>
            <ac:spMk id="5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25.676" v="229" actId="113"/>
          <ac:spMkLst>
            <pc:docMk/>
            <pc:sldMk cId="0" sldId="260"/>
            <ac:spMk id="6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28.352" v="230" actId="113"/>
          <ac:spMkLst>
            <pc:docMk/>
            <pc:sldMk cId="0" sldId="260"/>
            <ac:spMk id="8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30.630" v="231" actId="113"/>
          <ac:spMkLst>
            <pc:docMk/>
            <pc:sldMk cId="0" sldId="260"/>
            <ac:spMk id="9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7:09:33.332" v="232" actId="11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Keshav Thacker" userId="01401ad2a86ea8e6" providerId="LiveId" clId="{3BDA960B-6274-4406-813D-2D452B5CF25F}" dt="2024-10-10T06:13:45.404" v="1534" actId="113"/>
          <ac:spMkLst>
            <pc:docMk/>
            <pc:sldMk cId="0" sldId="260"/>
            <ac:spMk id="12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8:00:01.863" v="425"/>
          <ac:spMkLst>
            <pc:docMk/>
            <pc:sldMk cId="0" sldId="260"/>
            <ac:spMk id="13" creationId="{56D14D01-446B-F319-EC81-2AAEC9B47E54}"/>
          </ac:spMkLst>
        </pc:spChg>
      </pc:sldChg>
      <pc:sldChg chg="addSp delSp modSp mod ord">
        <pc:chgData name="Keshav Thacker" userId="01401ad2a86ea8e6" providerId="LiveId" clId="{3BDA960B-6274-4406-813D-2D452B5CF25F}" dt="2024-10-10T06:18:44.271" v="1561" actId="20577"/>
        <pc:sldMkLst>
          <pc:docMk/>
          <pc:sldMk cId="0" sldId="261"/>
        </pc:sldMkLst>
        <pc:spChg chg="mod">
          <ac:chgData name="Keshav Thacker" userId="01401ad2a86ea8e6" providerId="LiveId" clId="{3BDA960B-6274-4406-813D-2D452B5CF25F}" dt="2024-10-10T06:18:44.271" v="1561" actId="20577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Keshav Thacker" userId="01401ad2a86ea8e6" providerId="LiveId" clId="{3BDA960B-6274-4406-813D-2D452B5CF25F}" dt="2024-10-03T07:24:27.225" v="304" actId="21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Keshav Thacker" userId="01401ad2a86ea8e6" providerId="LiveId" clId="{3BDA960B-6274-4406-813D-2D452B5CF25F}" dt="2024-10-03T07:24:34.257" v="305" actId="21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Keshav Thacker" userId="01401ad2a86ea8e6" providerId="LiveId" clId="{3BDA960B-6274-4406-813D-2D452B5CF25F}" dt="2024-10-03T07:24:18.004" v="303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3:56.644" v="266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08.200" v="267" actId="21"/>
          <ac:spMkLst>
            <pc:docMk/>
            <pc:sldMk cId="0" sldId="261"/>
            <ac:spMk id="8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11.227" v="268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30.917" v="270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37.775" v="272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32.936" v="271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14.539" v="269" actId="21"/>
          <ac:spMkLst>
            <pc:docMk/>
            <pc:sldMk cId="0" sldId="261"/>
            <ac:spMk id="13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45.739" v="274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4:40.691" v="273" actId="478"/>
          <ac:spMkLst>
            <pc:docMk/>
            <pc:sldMk cId="0" sldId="261"/>
            <ac:spMk id="15" creationId="{00000000-0000-0000-0000-000000000000}"/>
          </ac:spMkLst>
        </pc:spChg>
        <pc:picChg chg="del">
          <ac:chgData name="Keshav Thacker" userId="01401ad2a86ea8e6" providerId="LiveId" clId="{3BDA960B-6274-4406-813D-2D452B5CF25F}" dt="2024-10-03T07:27:17.546" v="309" actId="478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Keshav Thacker" userId="01401ad2a86ea8e6" providerId="LiveId" clId="{3BDA960B-6274-4406-813D-2D452B5CF25F}" dt="2024-10-10T06:05:59.259" v="1513" actId="14100"/>
          <ac:picMkLst>
            <pc:docMk/>
            <pc:sldMk cId="0" sldId="261"/>
            <ac:picMk id="4" creationId="{C2DF5A55-2768-B272-8640-9D1792E5BDE7}"/>
          </ac:picMkLst>
        </pc:picChg>
        <pc:picChg chg="add del mod modCrop">
          <ac:chgData name="Keshav Thacker" userId="01401ad2a86ea8e6" providerId="LiveId" clId="{3BDA960B-6274-4406-813D-2D452B5CF25F}" dt="2024-10-10T06:02:43.472" v="1494" actId="478"/>
          <ac:picMkLst>
            <pc:docMk/>
            <pc:sldMk cId="0" sldId="261"/>
            <ac:picMk id="17" creationId="{07CA0C14-D3BC-F4CB-2627-119421753A7D}"/>
          </ac:picMkLst>
        </pc:picChg>
      </pc:sldChg>
      <pc:sldChg chg="del">
        <pc:chgData name="Keshav Thacker" userId="01401ad2a86ea8e6" providerId="LiveId" clId="{3BDA960B-6274-4406-813D-2D452B5CF25F}" dt="2024-10-03T07:12:45.571" v="251" actId="2696"/>
        <pc:sldMkLst>
          <pc:docMk/>
          <pc:sldMk cId="0" sldId="262"/>
        </pc:sldMkLst>
      </pc:sldChg>
      <pc:sldChg chg="modSp mod">
        <pc:chgData name="Keshav Thacker" userId="01401ad2a86ea8e6" providerId="LiveId" clId="{3BDA960B-6274-4406-813D-2D452B5CF25F}" dt="2024-10-03T08:01:48.760" v="444" actId="113"/>
        <pc:sldMkLst>
          <pc:docMk/>
          <pc:sldMk cId="0" sldId="263"/>
        </pc:sldMkLst>
        <pc:spChg chg="mod">
          <ac:chgData name="Keshav Thacker" userId="01401ad2a86ea8e6" providerId="LiveId" clId="{3BDA960B-6274-4406-813D-2D452B5CF25F}" dt="2024-10-03T08:01:05.109" v="431" actId="113"/>
          <ac:spMkLst>
            <pc:docMk/>
            <pc:sldMk cId="0" sldId="263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09.754" v="432" actId="113"/>
          <ac:spMkLst>
            <pc:docMk/>
            <pc:sldMk cId="0" sldId="263"/>
            <ac:spMk id="5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19.385" v="435" actId="123"/>
          <ac:spMkLst>
            <pc:docMk/>
            <pc:sldMk cId="0" sldId="263"/>
            <ac:spMk id="6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13.546" v="433" actId="113"/>
          <ac:spMkLst>
            <pc:docMk/>
            <pc:sldMk cId="0" sldId="263"/>
            <ac:spMk id="8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28.832" v="438" actId="123"/>
          <ac:spMkLst>
            <pc:docMk/>
            <pc:sldMk cId="0" sldId="263"/>
            <ac:spMk id="9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48.760" v="444" actId="11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36.824" v="440" actId="12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46.093" v="443" actId="11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41.687" v="442" actId="123"/>
          <ac:spMkLst>
            <pc:docMk/>
            <pc:sldMk cId="0" sldId="263"/>
            <ac:spMk id="15" creationId="{00000000-0000-0000-0000-000000000000}"/>
          </ac:spMkLst>
        </pc:spChg>
      </pc:sldChg>
      <pc:sldChg chg="addSp modSp mod">
        <pc:chgData name="Keshav Thacker" userId="01401ad2a86ea8e6" providerId="LiveId" clId="{3BDA960B-6274-4406-813D-2D452B5CF25F}" dt="2024-10-03T08:02:13.135" v="454" actId="113"/>
        <pc:sldMkLst>
          <pc:docMk/>
          <pc:sldMk cId="0" sldId="264"/>
        </pc:sldMkLst>
        <pc:spChg chg="mod">
          <ac:chgData name="Keshav Thacker" userId="01401ad2a86ea8e6" providerId="LiveId" clId="{3BDA960B-6274-4406-813D-2D452B5CF25F}" dt="2024-10-03T08:01:53.686" v="445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1:56.621" v="446" actId="113"/>
          <ac:spMkLst>
            <pc:docMk/>
            <pc:sldMk cId="0" sldId="264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01.183" v="448" actId="123"/>
          <ac:spMkLst>
            <pc:docMk/>
            <pc:sldMk cId="0" sldId="264"/>
            <ac:spMk id="4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06.856" v="451" actId="113"/>
          <ac:spMkLst>
            <pc:docMk/>
            <pc:sldMk cId="0" sldId="264"/>
            <ac:spMk id="5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04.280" v="450" actId="123"/>
          <ac:spMkLst>
            <pc:docMk/>
            <pc:sldMk cId="0" sldId="264"/>
            <ac:spMk id="6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13.135" v="454" actId="113"/>
          <ac:spMkLst>
            <pc:docMk/>
            <pc:sldMk cId="0" sldId="264"/>
            <ac:spMk id="7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10.229" v="453" actId="123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7:59:52.573" v="424"/>
          <ac:spMkLst>
            <pc:docMk/>
            <pc:sldMk cId="0" sldId="264"/>
            <ac:spMk id="9" creationId="{BB4F8D6C-B9A4-B66F-934D-572470F844CA}"/>
          </ac:spMkLst>
        </pc:spChg>
      </pc:sldChg>
      <pc:sldChg chg="addSp modSp mod">
        <pc:chgData name="Keshav Thacker" userId="01401ad2a86ea8e6" providerId="LiveId" clId="{3BDA960B-6274-4406-813D-2D452B5CF25F}" dt="2024-10-03T08:03:18.141" v="468" actId="123"/>
        <pc:sldMkLst>
          <pc:docMk/>
          <pc:sldMk cId="0" sldId="265"/>
        </pc:sldMkLst>
        <pc:spChg chg="mod">
          <ac:chgData name="Keshav Thacker" userId="01401ad2a86ea8e6" providerId="LiveId" clId="{3BDA960B-6274-4406-813D-2D452B5CF25F}" dt="2024-10-03T08:02:46.496" v="456" actId="113"/>
          <ac:spMkLst>
            <pc:docMk/>
            <pc:sldMk cId="0" sldId="265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49.386" v="457" actId="113"/>
          <ac:spMkLst>
            <pc:docMk/>
            <pc:sldMk cId="0" sldId="265"/>
            <ac:spMk id="6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3:01.025" v="461" actId="123"/>
          <ac:spMkLst>
            <pc:docMk/>
            <pc:sldMk cId="0" sldId="265"/>
            <ac:spMk id="7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2:54.397" v="459" actId="11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3:04.685" v="462" actId="12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3:09.265" v="463" actId="11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3:15.046" v="466" actId="12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3:12.266" v="464" actId="11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03:18.141" v="468" actId="123"/>
          <ac:spMkLst>
            <pc:docMk/>
            <pc:sldMk cId="0" sldId="265"/>
            <ac:spMk id="19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7:58:38.714" v="419" actId="767"/>
          <ac:spMkLst>
            <pc:docMk/>
            <pc:sldMk cId="0" sldId="265"/>
            <ac:spMk id="20" creationId="{D36461B5-61EC-91B7-AC74-865F90865110}"/>
          </ac:spMkLst>
        </pc:spChg>
        <pc:spChg chg="add mod">
          <ac:chgData name="Keshav Thacker" userId="01401ad2a86ea8e6" providerId="LiveId" clId="{3BDA960B-6274-4406-813D-2D452B5CF25F}" dt="2024-10-03T07:59:43.530" v="423" actId="2085"/>
          <ac:spMkLst>
            <pc:docMk/>
            <pc:sldMk cId="0" sldId="265"/>
            <ac:spMk id="21" creationId="{349ABFCB-16DC-A2FF-D324-B2E06C3ACDC2}"/>
          </ac:spMkLst>
        </pc:spChg>
      </pc:sldChg>
      <pc:sldChg chg="addSp modSp mod">
        <pc:chgData name="Keshav Thacker" userId="01401ad2a86ea8e6" providerId="LiveId" clId="{3BDA960B-6274-4406-813D-2D452B5CF25F}" dt="2024-10-10T06:03:19.717" v="1498" actId="1076"/>
        <pc:sldMkLst>
          <pc:docMk/>
          <pc:sldMk cId="3939634946" sldId="266"/>
        </pc:sldMkLst>
        <pc:spChg chg="add mod">
          <ac:chgData name="Keshav Thacker" userId="01401ad2a86ea8e6" providerId="LiveId" clId="{3BDA960B-6274-4406-813D-2D452B5CF25F}" dt="2024-10-10T06:03:19.717" v="1498" actId="1076"/>
          <ac:spMkLst>
            <pc:docMk/>
            <pc:sldMk cId="3939634946" sldId="266"/>
            <ac:spMk id="2" creationId="{7A0BD6CA-C02E-0CCC-6A88-0CC8AAC49637}"/>
          </ac:spMkLst>
        </pc:spChg>
        <pc:spChg chg="mod">
          <ac:chgData name="Keshav Thacker" userId="01401ad2a86ea8e6" providerId="LiveId" clId="{3BDA960B-6274-4406-813D-2D452B5CF25F}" dt="2024-10-03T07:04:56.600" v="181" actId="14100"/>
          <ac:spMkLst>
            <pc:docMk/>
            <pc:sldMk cId="3939634946" sldId="266"/>
            <ac:spMk id="3" creationId="{00000000-0000-0000-0000-000000000000}"/>
          </ac:spMkLst>
        </pc:spChg>
        <pc:spChg chg="mod">
          <ac:chgData name="Keshav Thacker" userId="01401ad2a86ea8e6" providerId="LiveId" clId="{3BDA960B-6274-4406-813D-2D452B5CF25F}" dt="2024-10-08T04:56:17.893" v="1002" actId="14100"/>
          <ac:spMkLst>
            <pc:docMk/>
            <pc:sldMk cId="3939634946" sldId="266"/>
            <ac:spMk id="4" creationId="{00000000-0000-0000-0000-000000000000}"/>
          </ac:spMkLst>
        </pc:spChg>
      </pc:sldChg>
      <pc:sldChg chg="addSp delSp modSp add mod">
        <pc:chgData name="Keshav Thacker" userId="01401ad2a86ea8e6" providerId="LiveId" clId="{3BDA960B-6274-4406-813D-2D452B5CF25F}" dt="2024-10-03T08:00:40.632" v="430"/>
        <pc:sldMkLst>
          <pc:docMk/>
          <pc:sldMk cId="4239009867" sldId="267"/>
        </pc:sldMkLst>
        <pc:spChg chg="add mod">
          <ac:chgData name="Keshav Thacker" userId="01401ad2a86ea8e6" providerId="LiveId" clId="{3BDA960B-6274-4406-813D-2D452B5CF25F}" dt="2024-10-03T07:46:30.640" v="390" actId="767"/>
          <ac:spMkLst>
            <pc:docMk/>
            <pc:sldMk cId="4239009867" sldId="267"/>
            <ac:spMk id="2" creationId="{2161AB5A-F8F6-1D24-7E72-6F0362778FB3}"/>
          </ac:spMkLst>
        </pc:spChg>
        <pc:spChg chg="add del mod">
          <ac:chgData name="Keshav Thacker" userId="01401ad2a86ea8e6" providerId="LiveId" clId="{3BDA960B-6274-4406-813D-2D452B5CF25F}" dt="2024-10-03T07:47:50.718" v="411" actId="1076"/>
          <ac:spMkLst>
            <pc:docMk/>
            <pc:sldMk cId="4239009867" sldId="267"/>
            <ac:spMk id="3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7:13:30.633" v="264" actId="21"/>
          <ac:spMkLst>
            <pc:docMk/>
            <pc:sldMk cId="4239009867" sldId="267"/>
            <ac:spMk id="4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8:00:40.632" v="430"/>
          <ac:spMkLst>
            <pc:docMk/>
            <pc:sldMk cId="4239009867" sldId="267"/>
            <ac:spMk id="4" creationId="{EFDD6E70-8EBD-815A-2AC6-373DE4E1EE39}"/>
          </ac:spMkLst>
        </pc:spChg>
        <pc:picChg chg="add del mod">
          <ac:chgData name="Keshav Thacker" userId="01401ad2a86ea8e6" providerId="LiveId" clId="{3BDA960B-6274-4406-813D-2D452B5CF25F}" dt="2024-10-03T07:46:33.538" v="400" actId="14100"/>
          <ac:picMkLst>
            <pc:docMk/>
            <pc:sldMk cId="4239009867" sldId="267"/>
            <ac:picMk id="1026" creationId="{6E0D436D-89FE-C3D8-E32B-4BC63AA328D8}"/>
          </ac:picMkLst>
        </pc:picChg>
      </pc:sldChg>
      <pc:sldChg chg="addSp delSp modSp add mod">
        <pc:chgData name="Keshav Thacker" userId="01401ad2a86ea8e6" providerId="LiveId" clId="{3BDA960B-6274-4406-813D-2D452B5CF25F}" dt="2024-10-10T06:07:54.953" v="1522" actId="1036"/>
        <pc:sldMkLst>
          <pc:docMk/>
          <pc:sldMk cId="2861332909" sldId="268"/>
        </pc:sldMkLst>
        <pc:spChg chg="del">
          <ac:chgData name="Keshav Thacker" userId="01401ad2a86ea8e6" providerId="LiveId" clId="{3BDA960B-6274-4406-813D-2D452B5CF25F}" dt="2024-10-03T07:30:20.459" v="328" actId="21"/>
          <ac:spMkLst>
            <pc:docMk/>
            <pc:sldMk cId="2861332909" sldId="268"/>
            <ac:spMk id="3" creationId="{00000000-0000-0000-0000-000000000000}"/>
          </ac:spMkLst>
        </pc:spChg>
        <pc:picChg chg="add mod modCrop">
          <ac:chgData name="Keshav Thacker" userId="01401ad2a86ea8e6" providerId="LiveId" clId="{3BDA960B-6274-4406-813D-2D452B5CF25F}" dt="2024-10-10T06:07:54.953" v="1522" actId="1036"/>
          <ac:picMkLst>
            <pc:docMk/>
            <pc:sldMk cId="2861332909" sldId="268"/>
            <ac:picMk id="3" creationId="{6E27E5E0-6B50-4AC9-24E3-919A483E8CE5}"/>
          </ac:picMkLst>
        </pc:picChg>
        <pc:picChg chg="add del mod modCrop">
          <ac:chgData name="Keshav Thacker" userId="01401ad2a86ea8e6" providerId="LiveId" clId="{3BDA960B-6274-4406-813D-2D452B5CF25F}" dt="2024-10-10T06:02:47.410" v="1495" actId="478"/>
          <ac:picMkLst>
            <pc:docMk/>
            <pc:sldMk cId="2861332909" sldId="268"/>
            <ac:picMk id="4" creationId="{EA053AA3-0CA1-06DF-9848-6DBA8E9A05FA}"/>
          </ac:picMkLst>
        </pc:picChg>
        <pc:picChg chg="del">
          <ac:chgData name="Keshav Thacker" userId="01401ad2a86ea8e6" providerId="LiveId" clId="{3BDA960B-6274-4406-813D-2D452B5CF25F}" dt="2024-10-03T07:28:55.624" v="327" actId="21"/>
          <ac:picMkLst>
            <pc:docMk/>
            <pc:sldMk cId="2861332909" sldId="268"/>
            <ac:picMk id="17" creationId="{07CA0C14-D3BC-F4CB-2627-119421753A7D}"/>
          </ac:picMkLst>
        </pc:picChg>
      </pc:sldChg>
      <pc:sldChg chg="addSp delSp modSp add mod">
        <pc:chgData name="Keshav Thacker" userId="01401ad2a86ea8e6" providerId="LiveId" clId="{3BDA960B-6274-4406-813D-2D452B5CF25F}" dt="2024-10-10T06:14:14.062" v="1535" actId="14100"/>
        <pc:sldMkLst>
          <pc:docMk/>
          <pc:sldMk cId="2404419206" sldId="269"/>
        </pc:sldMkLst>
        <pc:picChg chg="add del mod modCrop">
          <ac:chgData name="Keshav Thacker" userId="01401ad2a86ea8e6" providerId="LiveId" clId="{3BDA960B-6274-4406-813D-2D452B5CF25F}" dt="2024-10-10T06:03:23.536" v="1500" actId="478"/>
          <ac:picMkLst>
            <pc:docMk/>
            <pc:sldMk cId="2404419206" sldId="269"/>
            <ac:picMk id="3" creationId="{C0544C7E-3F07-A636-6DF3-99C1D2C9F1F6}"/>
          </ac:picMkLst>
        </pc:picChg>
        <pc:picChg chg="add del mod modCrop">
          <ac:chgData name="Keshav Thacker" userId="01401ad2a86ea8e6" providerId="LiveId" clId="{3BDA960B-6274-4406-813D-2D452B5CF25F}" dt="2024-10-10T06:05:49.471" v="1511" actId="21"/>
          <ac:picMkLst>
            <pc:docMk/>
            <pc:sldMk cId="2404419206" sldId="269"/>
            <ac:picMk id="4" creationId="{C2DF5A55-2768-B272-8640-9D1792E5BDE7}"/>
          </ac:picMkLst>
        </pc:picChg>
        <pc:picChg chg="del">
          <ac:chgData name="Keshav Thacker" userId="01401ad2a86ea8e6" providerId="LiveId" clId="{3BDA960B-6274-4406-813D-2D452B5CF25F}" dt="2024-10-03T07:38:03.151" v="345" actId="21"/>
          <ac:picMkLst>
            <pc:docMk/>
            <pc:sldMk cId="2404419206" sldId="269"/>
            <ac:picMk id="4" creationId="{EA053AA3-0CA1-06DF-9848-6DBA8E9A05FA}"/>
          </ac:picMkLst>
        </pc:picChg>
        <pc:picChg chg="add mod modCrop">
          <ac:chgData name="Keshav Thacker" userId="01401ad2a86ea8e6" providerId="LiveId" clId="{3BDA960B-6274-4406-813D-2D452B5CF25F}" dt="2024-10-10T06:14:14.062" v="1535" actId="14100"/>
          <ac:picMkLst>
            <pc:docMk/>
            <pc:sldMk cId="2404419206" sldId="269"/>
            <ac:picMk id="6" creationId="{68CA040F-B6BB-FB76-E16A-557B3EFA5E04}"/>
          </ac:picMkLst>
        </pc:picChg>
      </pc:sldChg>
      <pc:sldChg chg="addSp delSp modSp add del mod ord">
        <pc:chgData name="Keshav Thacker" userId="01401ad2a86ea8e6" providerId="LiveId" clId="{3BDA960B-6274-4406-813D-2D452B5CF25F}" dt="2024-10-08T17:34:54.709" v="1009" actId="47"/>
        <pc:sldMkLst>
          <pc:docMk/>
          <pc:sldMk cId="3362518499" sldId="270"/>
        </pc:sldMkLst>
        <pc:spChg chg="mod">
          <ac:chgData name="Keshav Thacker" userId="01401ad2a86ea8e6" providerId="LiveId" clId="{3BDA960B-6274-4406-813D-2D452B5CF25F}" dt="2024-10-03T10:26:16.027" v="991" actId="20577"/>
          <ac:spMkLst>
            <pc:docMk/>
            <pc:sldMk cId="3362518499" sldId="270"/>
            <ac:spMk id="2" creationId="{00000000-0000-0000-0000-000000000000}"/>
          </ac:spMkLst>
        </pc:spChg>
        <pc:spChg chg="del">
          <ac:chgData name="Keshav Thacker" userId="01401ad2a86ea8e6" providerId="LiveId" clId="{3BDA960B-6274-4406-813D-2D452B5CF25F}" dt="2024-10-03T08:19:39.637" v="511" actId="21"/>
          <ac:spMkLst>
            <pc:docMk/>
            <pc:sldMk cId="3362518499" sldId="270"/>
            <ac:spMk id="3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9:37:36.205" v="914" actId="1076"/>
          <ac:spMkLst>
            <pc:docMk/>
            <pc:sldMk cId="3362518499" sldId="270"/>
            <ac:spMk id="3" creationId="{F25273D6-5816-AA72-0E57-FC5B9F19742A}"/>
          </ac:spMkLst>
        </pc:spChg>
        <pc:spChg chg="del">
          <ac:chgData name="Keshav Thacker" userId="01401ad2a86ea8e6" providerId="LiveId" clId="{3BDA960B-6274-4406-813D-2D452B5CF25F}" dt="2024-10-03T08:19:44.159" v="512" actId="478"/>
          <ac:spMkLst>
            <pc:docMk/>
            <pc:sldMk cId="3362518499" sldId="270"/>
            <ac:spMk id="4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9:42:20.610" v="938" actId="1076"/>
          <ac:spMkLst>
            <pc:docMk/>
            <pc:sldMk cId="3362518499" sldId="270"/>
            <ac:spMk id="4" creationId="{2BB6116A-1147-E740-E00A-DEA2B32D7DFD}"/>
          </ac:spMkLst>
        </pc:spChg>
        <pc:spChg chg="del">
          <ac:chgData name="Keshav Thacker" userId="01401ad2a86ea8e6" providerId="LiveId" clId="{3BDA960B-6274-4406-813D-2D452B5CF25F}" dt="2024-10-03T08:19:46.637" v="513" actId="478"/>
          <ac:spMkLst>
            <pc:docMk/>
            <pc:sldMk cId="3362518499" sldId="270"/>
            <ac:spMk id="5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9:37:48.336" v="918" actId="1076"/>
          <ac:spMkLst>
            <pc:docMk/>
            <pc:sldMk cId="3362518499" sldId="270"/>
            <ac:spMk id="5" creationId="{51F6B383-C519-8345-28D7-F2F312F70E70}"/>
          </ac:spMkLst>
        </pc:spChg>
        <pc:spChg chg="del mod">
          <ac:chgData name="Keshav Thacker" userId="01401ad2a86ea8e6" providerId="LiveId" clId="{3BDA960B-6274-4406-813D-2D452B5CF25F}" dt="2024-10-03T08:19:54.217" v="515" actId="478"/>
          <ac:spMkLst>
            <pc:docMk/>
            <pc:sldMk cId="3362518499" sldId="270"/>
            <ac:spMk id="6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9:42:25.454" v="939" actId="1076"/>
          <ac:spMkLst>
            <pc:docMk/>
            <pc:sldMk cId="3362518499" sldId="270"/>
            <ac:spMk id="6" creationId="{34F31A54-D954-E8EC-D570-31A2810AFDD5}"/>
          </ac:spMkLst>
        </pc:spChg>
        <pc:spChg chg="mod">
          <ac:chgData name="Keshav Thacker" userId="01401ad2a86ea8e6" providerId="LiveId" clId="{3BDA960B-6274-4406-813D-2D452B5CF25F}" dt="2024-10-03T09:49:51.186" v="968" actId="20577"/>
          <ac:spMkLst>
            <pc:docMk/>
            <pc:sldMk cId="3362518499" sldId="270"/>
            <ac:spMk id="7" creationId="{00000000-0000-0000-0000-000000000000}"/>
          </ac:spMkLst>
        </pc:spChg>
        <pc:spChg chg="del mod">
          <ac:chgData name="Keshav Thacker" userId="01401ad2a86ea8e6" providerId="LiveId" clId="{3BDA960B-6274-4406-813D-2D452B5CF25F}" dt="2024-10-03T08:19:59.463" v="517" actId="478"/>
          <ac:spMkLst>
            <pc:docMk/>
            <pc:sldMk cId="3362518499" sldId="270"/>
            <ac:spMk id="8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03T09:39:00.808" v="926" actId="1076"/>
          <ac:spMkLst>
            <pc:docMk/>
            <pc:sldMk cId="3362518499" sldId="270"/>
            <ac:spMk id="8" creationId="{305F6152-22CD-C8ED-2EF7-502DC9804733}"/>
          </ac:spMkLst>
        </pc:spChg>
        <pc:spChg chg="add del mod">
          <ac:chgData name="Keshav Thacker" userId="01401ad2a86ea8e6" providerId="LiveId" clId="{3BDA960B-6274-4406-813D-2D452B5CF25F}" dt="2024-10-03T09:36:45.776" v="899" actId="14100"/>
          <ac:spMkLst>
            <pc:docMk/>
            <pc:sldMk cId="3362518499" sldId="270"/>
            <ac:spMk id="10" creationId="{A612B381-350D-5094-8B25-42BAC5F7AD79}"/>
          </ac:spMkLst>
        </pc:spChg>
        <pc:spChg chg="add mod">
          <ac:chgData name="Keshav Thacker" userId="01401ad2a86ea8e6" providerId="LiveId" clId="{3BDA960B-6274-4406-813D-2D452B5CF25F}" dt="2024-10-03T09:42:48.160" v="943" actId="1076"/>
          <ac:spMkLst>
            <pc:docMk/>
            <pc:sldMk cId="3362518499" sldId="270"/>
            <ac:spMk id="11" creationId="{10DCD14C-57D1-25B7-A943-6245DA352979}"/>
          </ac:spMkLst>
        </pc:spChg>
        <pc:spChg chg="add del">
          <ac:chgData name="Keshav Thacker" userId="01401ad2a86ea8e6" providerId="LiveId" clId="{3BDA960B-6274-4406-813D-2D452B5CF25F}" dt="2024-10-03T08:22:52.858" v="602" actId="11529"/>
          <ac:spMkLst>
            <pc:docMk/>
            <pc:sldMk cId="3362518499" sldId="270"/>
            <ac:spMk id="11" creationId="{62D990D0-82F1-64BF-3B6D-EA40B6DE4030}"/>
          </ac:spMkLst>
        </pc:spChg>
        <pc:spChg chg="add del mod">
          <ac:chgData name="Keshav Thacker" userId="01401ad2a86ea8e6" providerId="LiveId" clId="{3BDA960B-6274-4406-813D-2D452B5CF25F}" dt="2024-10-03T08:23:27.391" v="607" actId="21"/>
          <ac:spMkLst>
            <pc:docMk/>
            <pc:sldMk cId="3362518499" sldId="270"/>
            <ac:spMk id="12" creationId="{0794CA12-C37D-1C57-14A1-8CAB16AC5372}"/>
          </ac:spMkLst>
        </pc:spChg>
        <pc:spChg chg="add mod">
          <ac:chgData name="Keshav Thacker" userId="01401ad2a86ea8e6" providerId="LiveId" clId="{3BDA960B-6274-4406-813D-2D452B5CF25F}" dt="2024-10-03T09:41:37.144" v="931" actId="1076"/>
          <ac:spMkLst>
            <pc:docMk/>
            <pc:sldMk cId="3362518499" sldId="270"/>
            <ac:spMk id="12" creationId="{6719C279-9458-BDA6-B018-BC183B6E71C5}"/>
          </ac:spMkLst>
        </pc:spChg>
        <pc:spChg chg="add del mod">
          <ac:chgData name="Keshav Thacker" userId="01401ad2a86ea8e6" providerId="LiveId" clId="{3BDA960B-6274-4406-813D-2D452B5CF25F}" dt="2024-10-03T09:37:22.197" v="909" actId="478"/>
          <ac:spMkLst>
            <pc:docMk/>
            <pc:sldMk cId="3362518499" sldId="270"/>
            <ac:spMk id="13" creationId="{0F57FFE0-2E4D-F781-7B9A-63C19A942F50}"/>
          </ac:spMkLst>
        </pc:spChg>
        <pc:spChg chg="add del mod">
          <ac:chgData name="Keshav Thacker" userId="01401ad2a86ea8e6" providerId="LiveId" clId="{3BDA960B-6274-4406-813D-2D452B5CF25F}" dt="2024-10-03T09:37:23.391" v="910" actId="478"/>
          <ac:spMkLst>
            <pc:docMk/>
            <pc:sldMk cId="3362518499" sldId="270"/>
            <ac:spMk id="14" creationId="{1EB34DA5-C210-2135-98E2-B15825DD2BE9}"/>
          </ac:spMkLst>
        </pc:spChg>
        <pc:spChg chg="add del mod">
          <ac:chgData name="Keshav Thacker" userId="01401ad2a86ea8e6" providerId="LiveId" clId="{3BDA960B-6274-4406-813D-2D452B5CF25F}" dt="2024-10-03T09:37:24.679" v="911" actId="478"/>
          <ac:spMkLst>
            <pc:docMk/>
            <pc:sldMk cId="3362518499" sldId="270"/>
            <ac:spMk id="15" creationId="{A0BF218E-8DCB-E4AB-EF14-372F2BFCE176}"/>
          </ac:spMkLst>
        </pc:spChg>
        <pc:spChg chg="add del mod">
          <ac:chgData name="Keshav Thacker" userId="01401ad2a86ea8e6" providerId="LiveId" clId="{3BDA960B-6274-4406-813D-2D452B5CF25F}" dt="2024-10-03T09:37:20.458" v="908" actId="478"/>
          <ac:spMkLst>
            <pc:docMk/>
            <pc:sldMk cId="3362518499" sldId="270"/>
            <ac:spMk id="16" creationId="{D2B73A9B-7DBB-BAEF-5851-117C55E6C961}"/>
          </ac:spMkLst>
        </pc:spChg>
        <pc:spChg chg="add del mod">
          <ac:chgData name="Keshav Thacker" userId="01401ad2a86ea8e6" providerId="LiveId" clId="{3BDA960B-6274-4406-813D-2D452B5CF25F}" dt="2024-10-03T09:37:25.887" v="912" actId="478"/>
          <ac:spMkLst>
            <pc:docMk/>
            <pc:sldMk cId="3362518499" sldId="270"/>
            <ac:spMk id="17" creationId="{ED65301E-9A6B-0A52-E036-F622E166E7E6}"/>
          </ac:spMkLst>
        </pc:spChg>
        <pc:spChg chg="add del mod">
          <ac:chgData name="Keshav Thacker" userId="01401ad2a86ea8e6" providerId="LiveId" clId="{3BDA960B-6274-4406-813D-2D452B5CF25F}" dt="2024-10-03T09:37:11.876" v="904" actId="478"/>
          <ac:spMkLst>
            <pc:docMk/>
            <pc:sldMk cId="3362518499" sldId="270"/>
            <ac:spMk id="18" creationId="{F2F324D4-93F7-4CA4-A2DF-C7F17F8AE7B5}"/>
          </ac:spMkLst>
        </pc:spChg>
        <pc:spChg chg="add del mod">
          <ac:chgData name="Keshav Thacker" userId="01401ad2a86ea8e6" providerId="LiveId" clId="{3BDA960B-6274-4406-813D-2D452B5CF25F}" dt="2024-10-03T09:37:15.101" v="905" actId="478"/>
          <ac:spMkLst>
            <pc:docMk/>
            <pc:sldMk cId="3362518499" sldId="270"/>
            <ac:spMk id="19" creationId="{89BD087D-2996-31AC-BEB5-E17C8A800BA6}"/>
          </ac:spMkLst>
        </pc:spChg>
        <pc:spChg chg="add del mod">
          <ac:chgData name="Keshav Thacker" userId="01401ad2a86ea8e6" providerId="LiveId" clId="{3BDA960B-6274-4406-813D-2D452B5CF25F}" dt="2024-10-03T09:37:16.466" v="906" actId="478"/>
          <ac:spMkLst>
            <pc:docMk/>
            <pc:sldMk cId="3362518499" sldId="270"/>
            <ac:spMk id="20" creationId="{69EC6508-199C-3D9C-CF6D-A77315824314}"/>
          </ac:spMkLst>
        </pc:spChg>
        <pc:spChg chg="add mod">
          <ac:chgData name="Keshav Thacker" userId="01401ad2a86ea8e6" providerId="LiveId" clId="{3BDA960B-6274-4406-813D-2D452B5CF25F}" dt="2024-10-03T09:42:02.506" v="935" actId="1076"/>
          <ac:spMkLst>
            <pc:docMk/>
            <pc:sldMk cId="3362518499" sldId="270"/>
            <ac:spMk id="21" creationId="{C04C9432-F4ED-21DA-749B-53DD6082BF02}"/>
          </ac:spMkLst>
        </pc:spChg>
        <pc:spChg chg="add mod">
          <ac:chgData name="Keshav Thacker" userId="01401ad2a86ea8e6" providerId="LiveId" clId="{3BDA960B-6274-4406-813D-2D452B5CF25F}" dt="2024-10-03T09:41:56.457" v="934" actId="1076"/>
          <ac:spMkLst>
            <pc:docMk/>
            <pc:sldMk cId="3362518499" sldId="270"/>
            <ac:spMk id="22" creationId="{38B5BB1A-6394-2923-C979-74F4EA383C68}"/>
          </ac:spMkLst>
        </pc:spChg>
        <pc:spChg chg="add mod">
          <ac:chgData name="Keshav Thacker" userId="01401ad2a86ea8e6" providerId="LiveId" clId="{3BDA960B-6274-4406-813D-2D452B5CF25F}" dt="2024-10-03T09:42:29.871" v="940" actId="1076"/>
          <ac:spMkLst>
            <pc:docMk/>
            <pc:sldMk cId="3362518499" sldId="270"/>
            <ac:spMk id="23" creationId="{F660D9AE-F615-BDFC-1A1D-0B6964C9C771}"/>
          </ac:spMkLst>
        </pc:spChg>
        <pc:spChg chg="add mod">
          <ac:chgData name="Keshav Thacker" userId="01401ad2a86ea8e6" providerId="LiveId" clId="{3BDA960B-6274-4406-813D-2D452B5CF25F}" dt="2024-10-03T09:42:36.636" v="942" actId="1076"/>
          <ac:spMkLst>
            <pc:docMk/>
            <pc:sldMk cId="3362518499" sldId="270"/>
            <ac:spMk id="24" creationId="{69D7932F-B0BE-713C-92F2-8784A2B55E87}"/>
          </ac:spMkLst>
        </pc:spChg>
        <pc:spChg chg="add mod">
          <ac:chgData name="Keshav Thacker" userId="01401ad2a86ea8e6" providerId="LiveId" clId="{3BDA960B-6274-4406-813D-2D452B5CF25F}" dt="2024-10-03T09:42:57.331" v="945" actId="1076"/>
          <ac:spMkLst>
            <pc:docMk/>
            <pc:sldMk cId="3362518499" sldId="270"/>
            <ac:spMk id="25" creationId="{3C4BE54F-5590-9275-1A2A-6D656D8AB81C}"/>
          </ac:spMkLst>
        </pc:spChg>
        <pc:spChg chg="add mod">
          <ac:chgData name="Keshav Thacker" userId="01401ad2a86ea8e6" providerId="LiveId" clId="{3BDA960B-6274-4406-813D-2D452B5CF25F}" dt="2024-10-03T09:43:07.323" v="947" actId="1076"/>
          <ac:spMkLst>
            <pc:docMk/>
            <pc:sldMk cId="3362518499" sldId="270"/>
            <ac:spMk id="26" creationId="{8805BD74-D026-4FB0-754B-BC17C8165F37}"/>
          </ac:spMkLst>
        </pc:spChg>
        <pc:spChg chg="add del mod">
          <ac:chgData name="Keshav Thacker" userId="01401ad2a86ea8e6" providerId="LiveId" clId="{3BDA960B-6274-4406-813D-2D452B5CF25F}" dt="2024-10-03T09:49:50.416" v="966" actId="21"/>
          <ac:spMkLst>
            <pc:docMk/>
            <pc:sldMk cId="3362518499" sldId="270"/>
            <ac:spMk id="27" creationId="{80C0AE71-6509-6721-4DBE-F29E28A22205}"/>
          </ac:spMkLst>
        </pc:spChg>
        <pc:spChg chg="add del mod">
          <ac:chgData name="Keshav Thacker" userId="01401ad2a86ea8e6" providerId="LiveId" clId="{3BDA960B-6274-4406-813D-2D452B5CF25F}" dt="2024-10-03T10:13:37.393" v="971" actId="478"/>
          <ac:spMkLst>
            <pc:docMk/>
            <pc:sldMk cId="3362518499" sldId="270"/>
            <ac:spMk id="32" creationId="{7002505B-CBD9-3B03-9B61-8EBFFB2E5809}"/>
          </ac:spMkLst>
        </pc:spChg>
        <pc:inkChg chg="add del">
          <ac:chgData name="Keshav Thacker" userId="01401ad2a86ea8e6" providerId="LiveId" clId="{3BDA960B-6274-4406-813D-2D452B5CF25F}" dt="2024-10-03T09:49:47.648" v="963" actId="9405"/>
          <ac:inkMkLst>
            <pc:docMk/>
            <pc:sldMk cId="3362518499" sldId="270"/>
            <ac:inkMk id="28" creationId="{631EE32C-F8D1-2939-C82D-A34B38692AF6}"/>
          </ac:inkMkLst>
        </pc:inkChg>
        <pc:inkChg chg="add del">
          <ac:chgData name="Keshav Thacker" userId="01401ad2a86ea8e6" providerId="LiveId" clId="{3BDA960B-6274-4406-813D-2D452B5CF25F}" dt="2024-10-03T09:49:50.084" v="965" actId="9405"/>
          <ac:inkMkLst>
            <pc:docMk/>
            <pc:sldMk cId="3362518499" sldId="270"/>
            <ac:inkMk id="31" creationId="{6DCB813B-468E-2102-5FCD-50DAAF043726}"/>
          </ac:inkMkLst>
        </pc:inkChg>
        <pc:cxnChg chg="add del mod">
          <ac:chgData name="Keshav Thacker" userId="01401ad2a86ea8e6" providerId="LiveId" clId="{3BDA960B-6274-4406-813D-2D452B5CF25F}" dt="2024-10-03T08:26:48.106" v="679" actId="11529"/>
          <ac:cxnSpMkLst>
            <pc:docMk/>
            <pc:sldMk cId="3362518499" sldId="270"/>
            <ac:cxnSpMk id="22" creationId="{FE498F81-175A-BDB7-B8F2-6867C82F6613}"/>
          </ac:cxnSpMkLst>
        </pc:cxnChg>
        <pc:cxnChg chg="add mod">
          <ac:chgData name="Keshav Thacker" userId="01401ad2a86ea8e6" providerId="LiveId" clId="{3BDA960B-6274-4406-813D-2D452B5CF25F}" dt="2024-10-03T10:14:12.836" v="974" actId="1582"/>
          <ac:cxnSpMkLst>
            <pc:docMk/>
            <pc:sldMk cId="3362518499" sldId="270"/>
            <ac:cxnSpMk id="34" creationId="{FD6E17FE-AA31-1261-A381-242145F012A3}"/>
          </ac:cxnSpMkLst>
        </pc:cxnChg>
      </pc:sldChg>
      <pc:sldChg chg="addSp modSp add mod">
        <pc:chgData name="Keshav Thacker" userId="01401ad2a86ea8e6" providerId="LiveId" clId="{3BDA960B-6274-4406-813D-2D452B5CF25F}" dt="2024-10-14T06:24:00.594" v="1628" actId="20577"/>
        <pc:sldMkLst>
          <pc:docMk/>
          <pc:sldMk cId="4232103233" sldId="271"/>
        </pc:sldMkLst>
        <pc:spChg chg="mod">
          <ac:chgData name="Keshav Thacker" userId="01401ad2a86ea8e6" providerId="LiveId" clId="{3BDA960B-6274-4406-813D-2D452B5CF25F}" dt="2024-10-14T06:24:00.594" v="1628" actId="20577"/>
          <ac:spMkLst>
            <pc:docMk/>
            <pc:sldMk cId="4232103233" sldId="271"/>
            <ac:spMk id="2" creationId="{00000000-0000-0000-0000-000000000000}"/>
          </ac:spMkLst>
        </pc:spChg>
        <pc:spChg chg="mod">
          <ac:chgData name="Keshav Thacker" userId="01401ad2a86ea8e6" providerId="LiveId" clId="{3BDA960B-6274-4406-813D-2D452B5CF25F}" dt="2024-10-03T08:31:39.693" v="702" actId="1076"/>
          <ac:spMkLst>
            <pc:docMk/>
            <pc:sldMk cId="4232103233" sldId="271"/>
            <ac:spMk id="14" creationId="{1EB34DA5-C210-2135-98E2-B15825DD2BE9}"/>
          </ac:spMkLst>
        </pc:spChg>
        <pc:spChg chg="mod">
          <ac:chgData name="Keshav Thacker" userId="01401ad2a86ea8e6" providerId="LiveId" clId="{3BDA960B-6274-4406-813D-2D452B5CF25F}" dt="2024-10-03T08:31:51.283" v="704" actId="1076"/>
          <ac:spMkLst>
            <pc:docMk/>
            <pc:sldMk cId="4232103233" sldId="271"/>
            <ac:spMk id="15" creationId="{A0BF218E-8DCB-E4AB-EF14-372F2BFCE176}"/>
          </ac:spMkLst>
        </pc:spChg>
        <pc:spChg chg="mod">
          <ac:chgData name="Keshav Thacker" userId="01401ad2a86ea8e6" providerId="LiveId" clId="{3BDA960B-6274-4406-813D-2D452B5CF25F}" dt="2024-10-03T08:32:18.684" v="709" actId="1076"/>
          <ac:spMkLst>
            <pc:docMk/>
            <pc:sldMk cId="4232103233" sldId="271"/>
            <ac:spMk id="16" creationId="{D2B73A9B-7DBB-BAEF-5851-117C55E6C961}"/>
          </ac:spMkLst>
        </pc:spChg>
        <pc:spChg chg="mod">
          <ac:chgData name="Keshav Thacker" userId="01401ad2a86ea8e6" providerId="LiveId" clId="{3BDA960B-6274-4406-813D-2D452B5CF25F}" dt="2024-10-03T08:32:36.264" v="712" actId="1076"/>
          <ac:spMkLst>
            <pc:docMk/>
            <pc:sldMk cId="4232103233" sldId="271"/>
            <ac:spMk id="17" creationId="{ED65301E-9A6B-0A52-E036-F622E166E7E6}"/>
          </ac:spMkLst>
        </pc:spChg>
        <pc:spChg chg="mod">
          <ac:chgData name="Keshav Thacker" userId="01401ad2a86ea8e6" providerId="LiveId" clId="{3BDA960B-6274-4406-813D-2D452B5CF25F}" dt="2024-10-03T08:33:25.317" v="719" actId="1076"/>
          <ac:spMkLst>
            <pc:docMk/>
            <pc:sldMk cId="4232103233" sldId="271"/>
            <ac:spMk id="18" creationId="{F2F324D4-93F7-4CA4-A2DF-C7F17F8AE7B5}"/>
          </ac:spMkLst>
        </pc:spChg>
        <pc:spChg chg="mod">
          <ac:chgData name="Keshav Thacker" userId="01401ad2a86ea8e6" providerId="LiveId" clId="{3BDA960B-6274-4406-813D-2D452B5CF25F}" dt="2024-10-03T08:34:07.867" v="726" actId="1076"/>
          <ac:spMkLst>
            <pc:docMk/>
            <pc:sldMk cId="4232103233" sldId="271"/>
            <ac:spMk id="19" creationId="{89BD087D-2996-31AC-BEB5-E17C8A800BA6}"/>
          </ac:spMkLst>
        </pc:spChg>
        <pc:spChg chg="mod">
          <ac:chgData name="Keshav Thacker" userId="01401ad2a86ea8e6" providerId="LiveId" clId="{3BDA960B-6274-4406-813D-2D452B5CF25F}" dt="2024-10-03T08:34:20.872" v="728" actId="1076"/>
          <ac:spMkLst>
            <pc:docMk/>
            <pc:sldMk cId="4232103233" sldId="271"/>
            <ac:spMk id="20" creationId="{69EC6508-199C-3D9C-CF6D-A77315824314}"/>
          </ac:spMkLst>
        </pc:spChg>
        <pc:cxnChg chg="add mod">
          <ac:chgData name="Keshav Thacker" userId="01401ad2a86ea8e6" providerId="LiveId" clId="{3BDA960B-6274-4406-813D-2D452B5CF25F}" dt="2024-10-03T08:30:50.067" v="693" actId="1582"/>
          <ac:cxnSpMkLst>
            <pc:docMk/>
            <pc:sldMk cId="4232103233" sldId="271"/>
            <ac:cxnSpMk id="4" creationId="{62B30E3A-6137-01F9-4AA1-30035C31CD47}"/>
          </ac:cxnSpMkLst>
        </pc:cxnChg>
        <pc:cxnChg chg="add mod">
          <ac:chgData name="Keshav Thacker" userId="01401ad2a86ea8e6" providerId="LiveId" clId="{3BDA960B-6274-4406-813D-2D452B5CF25F}" dt="2024-10-03T08:31:34.302" v="701" actId="1076"/>
          <ac:cxnSpMkLst>
            <pc:docMk/>
            <pc:sldMk cId="4232103233" sldId="271"/>
            <ac:cxnSpMk id="5" creationId="{B4595944-1BBC-69C3-FFA0-D18C2151772A}"/>
          </ac:cxnSpMkLst>
        </pc:cxnChg>
        <pc:cxnChg chg="add mod">
          <ac:chgData name="Keshav Thacker" userId="01401ad2a86ea8e6" providerId="LiveId" clId="{3BDA960B-6274-4406-813D-2D452B5CF25F}" dt="2024-10-03T08:31:46.584" v="703" actId="1076"/>
          <ac:cxnSpMkLst>
            <pc:docMk/>
            <pc:sldMk cId="4232103233" sldId="271"/>
            <ac:cxnSpMk id="6" creationId="{486634F5-ACCB-A3B7-D731-A2018ACAF8CD}"/>
          </ac:cxnSpMkLst>
        </pc:cxnChg>
        <pc:cxnChg chg="add mod">
          <ac:chgData name="Keshav Thacker" userId="01401ad2a86ea8e6" providerId="LiveId" clId="{3BDA960B-6274-4406-813D-2D452B5CF25F}" dt="2024-10-03T08:32:14.195" v="708" actId="1076"/>
          <ac:cxnSpMkLst>
            <pc:docMk/>
            <pc:sldMk cId="4232103233" sldId="271"/>
            <ac:cxnSpMk id="8" creationId="{88A91738-39DB-79DF-5041-4FD4800A9ADB}"/>
          </ac:cxnSpMkLst>
        </pc:cxnChg>
        <pc:cxnChg chg="add mod">
          <ac:chgData name="Keshav Thacker" userId="01401ad2a86ea8e6" providerId="LiveId" clId="{3BDA960B-6274-4406-813D-2D452B5CF25F}" dt="2024-10-03T08:32:29.909" v="711" actId="1076"/>
          <ac:cxnSpMkLst>
            <pc:docMk/>
            <pc:sldMk cId="4232103233" sldId="271"/>
            <ac:cxnSpMk id="12" creationId="{A4CB4169-7FAF-F208-FB26-4BCED545AAEC}"/>
          </ac:cxnSpMkLst>
        </pc:cxnChg>
        <pc:cxnChg chg="add mod">
          <ac:chgData name="Keshav Thacker" userId="01401ad2a86ea8e6" providerId="LiveId" clId="{3BDA960B-6274-4406-813D-2D452B5CF25F}" dt="2024-10-03T08:33:17.075" v="718" actId="14100"/>
          <ac:cxnSpMkLst>
            <pc:docMk/>
            <pc:sldMk cId="4232103233" sldId="271"/>
            <ac:cxnSpMk id="21" creationId="{2DE605F5-5D46-8006-6D67-EC022F1C55BC}"/>
          </ac:cxnSpMkLst>
        </pc:cxnChg>
        <pc:cxnChg chg="add mod">
          <ac:chgData name="Keshav Thacker" userId="01401ad2a86ea8e6" providerId="LiveId" clId="{3BDA960B-6274-4406-813D-2D452B5CF25F}" dt="2024-10-03T08:33:38.693" v="721" actId="1076"/>
          <ac:cxnSpMkLst>
            <pc:docMk/>
            <pc:sldMk cId="4232103233" sldId="271"/>
            <ac:cxnSpMk id="26" creationId="{D088F1D1-AE14-2251-01BD-9E9BAB62A1D3}"/>
          </ac:cxnSpMkLst>
        </pc:cxnChg>
        <pc:cxnChg chg="add mod">
          <ac:chgData name="Keshav Thacker" userId="01401ad2a86ea8e6" providerId="LiveId" clId="{3BDA960B-6274-4406-813D-2D452B5CF25F}" dt="2024-10-03T08:33:50.618" v="723"/>
          <ac:cxnSpMkLst>
            <pc:docMk/>
            <pc:sldMk cId="4232103233" sldId="271"/>
            <ac:cxnSpMk id="27" creationId="{0F349D9D-CAB4-357A-7DD6-9FA1E39D6087}"/>
          </ac:cxnSpMkLst>
        </pc:cxnChg>
        <pc:cxnChg chg="add mod">
          <ac:chgData name="Keshav Thacker" userId="01401ad2a86ea8e6" providerId="LiveId" clId="{3BDA960B-6274-4406-813D-2D452B5CF25F}" dt="2024-10-03T08:34:13.156" v="727" actId="1076"/>
          <ac:cxnSpMkLst>
            <pc:docMk/>
            <pc:sldMk cId="4232103233" sldId="271"/>
            <ac:cxnSpMk id="28" creationId="{3769A90F-EBE9-2C0C-4FCD-4C1C566AB297}"/>
          </ac:cxnSpMkLst>
        </pc:cxnChg>
      </pc:sldChg>
      <pc:sldChg chg="modSp mod">
        <pc:chgData name="Keshav Thacker" userId="01401ad2a86ea8e6" providerId="LiveId" clId="{3BDA960B-6274-4406-813D-2D452B5CF25F}" dt="2024-10-14T06:24:10.412" v="1629" actId="20577"/>
        <pc:sldMkLst>
          <pc:docMk/>
          <pc:sldMk cId="3437169020" sldId="272"/>
        </pc:sldMkLst>
        <pc:spChg chg="mod">
          <ac:chgData name="Keshav Thacker" userId="01401ad2a86ea8e6" providerId="LiveId" clId="{3BDA960B-6274-4406-813D-2D452B5CF25F}" dt="2024-10-14T06:24:10.412" v="1629" actId="20577"/>
          <ac:spMkLst>
            <pc:docMk/>
            <pc:sldMk cId="3437169020" sldId="272"/>
            <ac:spMk id="2" creationId="{00000000-0000-0000-0000-000000000000}"/>
          </ac:spMkLst>
        </pc:spChg>
        <pc:spChg chg="mod">
          <ac:chgData name="Keshav Thacker" userId="01401ad2a86ea8e6" providerId="LiveId" clId="{3BDA960B-6274-4406-813D-2D452B5CF25F}" dt="2024-10-08T17:35:37.627" v="1012" actId="1076"/>
          <ac:spMkLst>
            <pc:docMk/>
            <pc:sldMk cId="3437169020" sldId="272"/>
            <ac:spMk id="21" creationId="{C04C9432-F4ED-21DA-749B-53DD6082BF02}"/>
          </ac:spMkLst>
        </pc:spChg>
        <pc:cxnChg chg="mod">
          <ac:chgData name="Keshav Thacker" userId="01401ad2a86ea8e6" providerId="LiveId" clId="{3BDA960B-6274-4406-813D-2D452B5CF25F}" dt="2024-10-08T17:35:45.261" v="1013" actId="14100"/>
          <ac:cxnSpMkLst>
            <pc:docMk/>
            <pc:sldMk cId="3437169020" sldId="272"/>
            <ac:cxnSpMk id="65" creationId="{2C48B588-DEB7-A0C5-6E5D-8301A1A3B200}"/>
          </ac:cxnSpMkLst>
        </pc:cxnChg>
      </pc:sldChg>
      <pc:sldChg chg="modSp del mod">
        <pc:chgData name="Keshav Thacker" userId="01401ad2a86ea8e6" providerId="LiveId" clId="{3BDA960B-6274-4406-813D-2D452B5CF25F}" dt="2024-10-14T06:23:50.239" v="1627" actId="47"/>
        <pc:sldMkLst>
          <pc:docMk/>
          <pc:sldMk cId="1905130438" sldId="273"/>
        </pc:sldMkLst>
        <pc:spChg chg="mod">
          <ac:chgData name="Keshav Thacker" userId="01401ad2a86ea8e6" providerId="LiveId" clId="{3BDA960B-6274-4406-813D-2D452B5CF25F}" dt="2024-10-08T17:38:28.276" v="1017" actId="20577"/>
          <ac:spMkLst>
            <pc:docMk/>
            <pc:sldMk cId="1905130438" sldId="273"/>
            <ac:spMk id="2" creationId="{00000000-0000-0000-0000-000000000000}"/>
          </ac:spMkLst>
        </pc:spChg>
        <pc:spChg chg="mod">
          <ac:chgData name="Keshav Thacker" userId="01401ad2a86ea8e6" providerId="LiveId" clId="{3BDA960B-6274-4406-813D-2D452B5CF25F}" dt="2024-10-10T05:29:07.831" v="1493" actId="20577"/>
          <ac:spMkLst>
            <pc:docMk/>
            <pc:sldMk cId="1905130438" sldId="273"/>
            <ac:spMk id="7" creationId="{00000000-0000-0000-0000-000000000000}"/>
          </ac:spMkLst>
        </pc:spChg>
        <pc:spChg chg="mod">
          <ac:chgData name="Keshav Thacker" userId="01401ad2a86ea8e6" providerId="LiveId" clId="{3BDA960B-6274-4406-813D-2D452B5CF25F}" dt="2024-10-08T17:41:07.443" v="1027" actId="20577"/>
          <ac:spMkLst>
            <pc:docMk/>
            <pc:sldMk cId="1905130438" sldId="273"/>
            <ac:spMk id="10" creationId="{A612B381-350D-5094-8B25-42BAC5F7AD79}"/>
          </ac:spMkLst>
        </pc:spChg>
        <pc:spChg chg="mod">
          <ac:chgData name="Keshav Thacker" userId="01401ad2a86ea8e6" providerId="LiveId" clId="{3BDA960B-6274-4406-813D-2D452B5CF25F}" dt="2024-10-08T17:49:41.726" v="1155" actId="20577"/>
          <ac:spMkLst>
            <pc:docMk/>
            <pc:sldMk cId="1905130438" sldId="273"/>
            <ac:spMk id="11" creationId="{10DCD14C-57D1-25B7-A943-6245DA352979}"/>
          </ac:spMkLst>
        </pc:spChg>
        <pc:spChg chg="mod">
          <ac:chgData name="Keshav Thacker" userId="01401ad2a86ea8e6" providerId="LiveId" clId="{3BDA960B-6274-4406-813D-2D452B5CF25F}" dt="2024-10-08T17:46:39.312" v="1077" actId="1076"/>
          <ac:spMkLst>
            <pc:docMk/>
            <pc:sldMk cId="1905130438" sldId="273"/>
            <ac:spMk id="13" creationId="{F8CB2533-51D6-3996-0DB4-EF401E281C40}"/>
          </ac:spMkLst>
        </pc:spChg>
        <pc:spChg chg="mod">
          <ac:chgData name="Keshav Thacker" userId="01401ad2a86ea8e6" providerId="LiveId" clId="{3BDA960B-6274-4406-813D-2D452B5CF25F}" dt="2024-10-08T17:48:58.030" v="1131" actId="20577"/>
          <ac:spMkLst>
            <pc:docMk/>
            <pc:sldMk cId="1905130438" sldId="273"/>
            <ac:spMk id="14" creationId="{AC0A3466-FEBD-844F-DD7C-B9A3C8F831FE}"/>
          </ac:spMkLst>
        </pc:spChg>
        <pc:spChg chg="mod">
          <ac:chgData name="Keshav Thacker" userId="01401ad2a86ea8e6" providerId="LiveId" clId="{3BDA960B-6274-4406-813D-2D452B5CF25F}" dt="2024-10-08T17:49:18.833" v="1139" actId="20577"/>
          <ac:spMkLst>
            <pc:docMk/>
            <pc:sldMk cId="1905130438" sldId="273"/>
            <ac:spMk id="15" creationId="{133042FD-9D67-D4AC-0463-9E635B9E95BA}"/>
          </ac:spMkLst>
        </pc:spChg>
        <pc:spChg chg="mod">
          <ac:chgData name="Keshav Thacker" userId="01401ad2a86ea8e6" providerId="LiveId" clId="{3BDA960B-6274-4406-813D-2D452B5CF25F}" dt="2024-10-08T17:41:32.674" v="1051" actId="20577"/>
          <ac:spMkLst>
            <pc:docMk/>
            <pc:sldMk cId="1905130438" sldId="273"/>
            <ac:spMk id="16" creationId="{073D5CA9-21B7-DA97-BB64-543C82692E2C}"/>
          </ac:spMkLst>
        </pc:spChg>
        <pc:spChg chg="mod">
          <ac:chgData name="Keshav Thacker" userId="01401ad2a86ea8e6" providerId="LiveId" clId="{3BDA960B-6274-4406-813D-2D452B5CF25F}" dt="2024-10-08T17:49:28.140" v="1149" actId="20577"/>
          <ac:spMkLst>
            <pc:docMk/>
            <pc:sldMk cId="1905130438" sldId="273"/>
            <ac:spMk id="17" creationId="{07D1E20D-537D-2144-6C45-EC48AAC3DF9A}"/>
          </ac:spMkLst>
        </pc:spChg>
        <pc:spChg chg="mod">
          <ac:chgData name="Keshav Thacker" userId="01401ad2a86ea8e6" providerId="LiveId" clId="{3BDA960B-6274-4406-813D-2D452B5CF25F}" dt="2024-10-08T17:50:05.549" v="1167" actId="20577"/>
          <ac:spMkLst>
            <pc:docMk/>
            <pc:sldMk cId="1905130438" sldId="273"/>
            <ac:spMk id="18" creationId="{5F3CC257-8195-C788-8466-75D1193361EF}"/>
          </ac:spMkLst>
        </pc:spChg>
        <pc:spChg chg="mod">
          <ac:chgData name="Keshav Thacker" userId="01401ad2a86ea8e6" providerId="LiveId" clId="{3BDA960B-6274-4406-813D-2D452B5CF25F}" dt="2024-10-08T17:41:23.758" v="1041" actId="20577"/>
          <ac:spMkLst>
            <pc:docMk/>
            <pc:sldMk cId="1905130438" sldId="273"/>
            <ac:spMk id="19" creationId="{B24AFD03-AD94-1BEE-0A23-9994C27AF487}"/>
          </ac:spMkLst>
        </pc:spChg>
        <pc:spChg chg="mod">
          <ac:chgData name="Keshav Thacker" userId="01401ad2a86ea8e6" providerId="LiveId" clId="{3BDA960B-6274-4406-813D-2D452B5CF25F}" dt="2024-10-08T17:48:09.683" v="1087" actId="20577"/>
          <ac:spMkLst>
            <pc:docMk/>
            <pc:sldMk cId="1905130438" sldId="273"/>
            <ac:spMk id="20" creationId="{59C22944-D661-11CB-D1C6-FDBFFC7357B7}"/>
          </ac:spMkLst>
        </pc:spChg>
        <pc:spChg chg="mod">
          <ac:chgData name="Keshav Thacker" userId="01401ad2a86ea8e6" providerId="LiveId" clId="{3BDA960B-6274-4406-813D-2D452B5CF25F}" dt="2024-10-08T17:50:20.587" v="1173" actId="20577"/>
          <ac:spMkLst>
            <pc:docMk/>
            <pc:sldMk cId="1905130438" sldId="273"/>
            <ac:spMk id="25" creationId="{3C4BE54F-5590-9275-1A2A-6D656D8AB81C}"/>
          </ac:spMkLst>
        </pc:spChg>
        <pc:spChg chg="mod">
          <ac:chgData name="Keshav Thacker" userId="01401ad2a86ea8e6" providerId="LiveId" clId="{3BDA960B-6274-4406-813D-2D452B5CF25F}" dt="2024-10-08T17:48:19.516" v="1097" actId="20577"/>
          <ac:spMkLst>
            <pc:docMk/>
            <pc:sldMk cId="1905130438" sldId="273"/>
            <ac:spMk id="27" creationId="{81AE97CC-6400-4254-5A25-03764CA14FA4}"/>
          </ac:spMkLst>
        </pc:spChg>
        <pc:spChg chg="mod">
          <ac:chgData name="Keshav Thacker" userId="01401ad2a86ea8e6" providerId="LiveId" clId="{3BDA960B-6274-4406-813D-2D452B5CF25F}" dt="2024-10-08T17:48:37.820" v="1111" actId="20577"/>
          <ac:spMkLst>
            <pc:docMk/>
            <pc:sldMk cId="1905130438" sldId="273"/>
            <ac:spMk id="28" creationId="{D7C8B4E0-3F45-964D-BC44-60201C9B85CB}"/>
          </ac:spMkLst>
        </pc:spChg>
        <pc:spChg chg="mod">
          <ac:chgData name="Keshav Thacker" userId="01401ad2a86ea8e6" providerId="LiveId" clId="{3BDA960B-6274-4406-813D-2D452B5CF25F}" dt="2024-10-08T17:48:26.184" v="1107" actId="20577"/>
          <ac:spMkLst>
            <pc:docMk/>
            <pc:sldMk cId="1905130438" sldId="273"/>
            <ac:spMk id="29" creationId="{48428A2F-C793-B8D0-8CD2-EB7830312CD1}"/>
          </ac:spMkLst>
        </pc:spChg>
        <pc:spChg chg="mod">
          <ac:chgData name="Keshav Thacker" userId="01401ad2a86ea8e6" providerId="LiveId" clId="{3BDA960B-6274-4406-813D-2D452B5CF25F}" dt="2024-10-08T17:48:46.776" v="1121" actId="20577"/>
          <ac:spMkLst>
            <pc:docMk/>
            <pc:sldMk cId="1905130438" sldId="273"/>
            <ac:spMk id="30" creationId="{3E773003-8C93-7D34-5AF3-56FDE32BDA09}"/>
          </ac:spMkLst>
        </pc:spChg>
        <pc:cxnChg chg="mod">
          <ac:chgData name="Keshav Thacker" userId="01401ad2a86ea8e6" providerId="LiveId" clId="{3BDA960B-6274-4406-813D-2D452B5CF25F}" dt="2024-10-08T17:45:07.030" v="1068" actId="14100"/>
          <ac:cxnSpMkLst>
            <pc:docMk/>
            <pc:sldMk cId="1905130438" sldId="273"/>
            <ac:cxnSpMk id="4" creationId="{7652ABEB-0024-9C26-B78E-D05467B46B44}"/>
          </ac:cxnSpMkLst>
        </pc:cxnChg>
        <pc:cxnChg chg="mod">
          <ac:chgData name="Keshav Thacker" userId="01401ad2a86ea8e6" providerId="LiveId" clId="{3BDA960B-6274-4406-813D-2D452B5CF25F}" dt="2024-10-08T17:41:50.120" v="1053" actId="1076"/>
          <ac:cxnSpMkLst>
            <pc:docMk/>
            <pc:sldMk cId="1905130438" sldId="273"/>
            <ac:cxnSpMk id="12" creationId="{D15A3FAE-954D-8DB5-41B6-558DC45B9E7E}"/>
          </ac:cxnSpMkLst>
        </pc:cxnChg>
        <pc:cxnChg chg="mod">
          <ac:chgData name="Keshav Thacker" userId="01401ad2a86ea8e6" providerId="LiveId" clId="{3BDA960B-6274-4406-813D-2D452B5CF25F}" dt="2024-10-08T17:43:00.369" v="1061" actId="14100"/>
          <ac:cxnSpMkLst>
            <pc:docMk/>
            <pc:sldMk cId="1905130438" sldId="273"/>
            <ac:cxnSpMk id="31" creationId="{4816027A-17AA-E252-805B-B03131EB9D3C}"/>
          </ac:cxnSpMkLst>
        </pc:cxnChg>
        <pc:cxnChg chg="mod">
          <ac:chgData name="Keshav Thacker" userId="01401ad2a86ea8e6" providerId="LiveId" clId="{3BDA960B-6274-4406-813D-2D452B5CF25F}" dt="2024-10-08T17:45:27.615" v="1072" actId="14100"/>
          <ac:cxnSpMkLst>
            <pc:docMk/>
            <pc:sldMk cId="1905130438" sldId="273"/>
            <ac:cxnSpMk id="42" creationId="{18271B9A-006A-9461-232E-FE29B69919EF}"/>
          </ac:cxnSpMkLst>
        </pc:cxnChg>
        <pc:cxnChg chg="mod">
          <ac:chgData name="Keshav Thacker" userId="01401ad2a86ea8e6" providerId="LiveId" clId="{3BDA960B-6274-4406-813D-2D452B5CF25F}" dt="2024-10-08T17:45:20.686" v="1070" actId="14100"/>
          <ac:cxnSpMkLst>
            <pc:docMk/>
            <pc:sldMk cId="1905130438" sldId="273"/>
            <ac:cxnSpMk id="46" creationId="{1E60E498-FCDC-18D5-09D2-A391C39E2459}"/>
          </ac:cxnSpMkLst>
        </pc:cxnChg>
        <pc:cxnChg chg="mod">
          <ac:chgData name="Keshav Thacker" userId="01401ad2a86ea8e6" providerId="LiveId" clId="{3BDA960B-6274-4406-813D-2D452B5CF25F}" dt="2024-10-08T17:46:10.958" v="1075" actId="14100"/>
          <ac:cxnSpMkLst>
            <pc:docMk/>
            <pc:sldMk cId="1905130438" sldId="273"/>
            <ac:cxnSpMk id="66" creationId="{F9CAF48F-8E78-D87D-0E75-9EA8810876EA}"/>
          </ac:cxnSpMkLst>
        </pc:cxnChg>
        <pc:cxnChg chg="mod">
          <ac:chgData name="Keshav Thacker" userId="01401ad2a86ea8e6" providerId="LiveId" clId="{3BDA960B-6274-4406-813D-2D452B5CF25F}" dt="2024-10-08T17:47:17.058" v="1085" actId="1076"/>
          <ac:cxnSpMkLst>
            <pc:docMk/>
            <pc:sldMk cId="1905130438" sldId="273"/>
            <ac:cxnSpMk id="69" creationId="{DAC91771-78EC-9B8E-E933-5F56C370245B}"/>
          </ac:cxnSpMkLst>
        </pc:cxnChg>
        <pc:cxnChg chg="mod">
          <ac:chgData name="Keshav Thacker" userId="01401ad2a86ea8e6" providerId="LiveId" clId="{3BDA960B-6274-4406-813D-2D452B5CF25F}" dt="2024-10-08T17:46:57.502" v="1081" actId="14100"/>
          <ac:cxnSpMkLst>
            <pc:docMk/>
            <pc:sldMk cId="1905130438" sldId="273"/>
            <ac:cxnSpMk id="76" creationId="{0C5A9D31-4B44-78BE-6459-F597CD21B38F}"/>
          </ac:cxnSpMkLst>
        </pc:cxnChg>
        <pc:cxnChg chg="mod">
          <ac:chgData name="Keshav Thacker" userId="01401ad2a86ea8e6" providerId="LiveId" clId="{3BDA960B-6274-4406-813D-2D452B5CF25F}" dt="2024-10-08T17:47:09.734" v="1084" actId="14100"/>
          <ac:cxnSpMkLst>
            <pc:docMk/>
            <pc:sldMk cId="1905130438" sldId="273"/>
            <ac:cxnSpMk id="79" creationId="{3643B547-804B-EF14-EAEF-962E61482262}"/>
          </ac:cxnSpMkLst>
        </pc:cxnChg>
      </pc:sldChg>
      <pc:sldChg chg="addSp delSp modSp add del mod ord">
        <pc:chgData name="Keshav Thacker" userId="01401ad2a86ea8e6" providerId="LiveId" clId="{3BDA960B-6274-4406-813D-2D452B5CF25F}" dt="2024-10-14T06:23:46.859" v="1626" actId="47"/>
        <pc:sldMkLst>
          <pc:docMk/>
          <pc:sldMk cId="2173458849" sldId="274"/>
        </pc:sldMkLst>
        <pc:spChg chg="mod">
          <ac:chgData name="Keshav Thacker" userId="01401ad2a86ea8e6" providerId="LiveId" clId="{3BDA960B-6274-4406-813D-2D452B5CF25F}" dt="2024-10-03T10:26:31.134" v="998" actId="20577"/>
          <ac:spMkLst>
            <pc:docMk/>
            <pc:sldMk cId="2173458849" sldId="274"/>
            <ac:spMk id="2" creationId="{00000000-0000-0000-0000-000000000000}"/>
          </ac:spMkLst>
        </pc:spChg>
        <pc:spChg chg="add mod">
          <ac:chgData name="Keshav Thacker" userId="01401ad2a86ea8e6" providerId="LiveId" clId="{3BDA960B-6274-4406-813D-2D452B5CF25F}" dt="2024-10-14T06:21:41.810" v="1584" actId="1076"/>
          <ac:spMkLst>
            <pc:docMk/>
            <pc:sldMk cId="2173458849" sldId="274"/>
            <ac:spMk id="3" creationId="{68D8537B-11E8-EA94-FD52-A110E7531C9C}"/>
          </ac:spMkLst>
        </pc:spChg>
        <pc:spChg chg="mod">
          <ac:chgData name="Keshav Thacker" userId="01401ad2a86ea8e6" providerId="LiveId" clId="{3BDA960B-6274-4406-813D-2D452B5CF25F}" dt="2024-10-14T06:21:46.656" v="1590" actId="20577"/>
          <ac:spMkLst>
            <pc:docMk/>
            <pc:sldMk cId="2173458849" sldId="274"/>
            <ac:spMk id="10" creationId="{A612B381-350D-5094-8B25-42BAC5F7AD79}"/>
          </ac:spMkLst>
        </pc:spChg>
        <pc:spChg chg="mod">
          <ac:chgData name="Keshav Thacker" userId="01401ad2a86ea8e6" providerId="LiveId" clId="{3BDA960B-6274-4406-813D-2D452B5CF25F}" dt="2024-10-14T06:22:07.575" v="1600" actId="20577"/>
          <ac:spMkLst>
            <pc:docMk/>
            <pc:sldMk cId="2173458849" sldId="274"/>
            <ac:spMk id="13" creationId="{0F57FFE0-2E4D-F781-7B9A-63C19A942F50}"/>
          </ac:spMkLst>
        </pc:spChg>
        <pc:spChg chg="mod">
          <ac:chgData name="Keshav Thacker" userId="01401ad2a86ea8e6" providerId="LiveId" clId="{3BDA960B-6274-4406-813D-2D452B5CF25F}" dt="2024-10-14T06:22:54.887" v="1613" actId="1076"/>
          <ac:spMkLst>
            <pc:docMk/>
            <pc:sldMk cId="2173458849" sldId="274"/>
            <ac:spMk id="14" creationId="{1EB34DA5-C210-2135-98E2-B15825DD2BE9}"/>
          </ac:spMkLst>
        </pc:spChg>
        <pc:spChg chg="mod">
          <ac:chgData name="Keshav Thacker" userId="01401ad2a86ea8e6" providerId="LiveId" clId="{3BDA960B-6274-4406-813D-2D452B5CF25F}" dt="2024-10-14T06:23:34.635" v="1625" actId="20577"/>
          <ac:spMkLst>
            <pc:docMk/>
            <pc:sldMk cId="2173458849" sldId="274"/>
            <ac:spMk id="15" creationId="{A0BF218E-8DCB-E4AB-EF14-372F2BFCE176}"/>
          </ac:spMkLst>
        </pc:spChg>
        <pc:spChg chg="del">
          <ac:chgData name="Keshav Thacker" userId="01401ad2a86ea8e6" providerId="LiveId" clId="{3BDA960B-6274-4406-813D-2D452B5CF25F}" dt="2024-10-03T10:24:40.757" v="978" actId="478"/>
          <ac:spMkLst>
            <pc:docMk/>
            <pc:sldMk cId="2173458849" sldId="274"/>
            <ac:spMk id="16" creationId="{D2B73A9B-7DBB-BAEF-5851-117C55E6C961}"/>
          </ac:spMkLst>
        </pc:spChg>
        <pc:spChg chg="del">
          <ac:chgData name="Keshav Thacker" userId="01401ad2a86ea8e6" providerId="LiveId" clId="{3BDA960B-6274-4406-813D-2D452B5CF25F}" dt="2024-10-03T10:24:45.802" v="979" actId="478"/>
          <ac:spMkLst>
            <pc:docMk/>
            <pc:sldMk cId="2173458849" sldId="274"/>
            <ac:spMk id="17" creationId="{ED65301E-9A6B-0A52-E036-F622E166E7E6}"/>
          </ac:spMkLst>
        </pc:spChg>
        <pc:cxnChg chg="mod">
          <ac:chgData name="Keshav Thacker" userId="01401ad2a86ea8e6" providerId="LiveId" clId="{3BDA960B-6274-4406-813D-2D452B5CF25F}" dt="2024-10-14T06:22:02.147" v="1594" actId="1076"/>
          <ac:cxnSpMkLst>
            <pc:docMk/>
            <pc:sldMk cId="2173458849" sldId="274"/>
            <ac:cxnSpMk id="4" creationId="{62B30E3A-6137-01F9-4AA1-30035C31CD47}"/>
          </ac:cxnSpMkLst>
        </pc:cxnChg>
        <pc:cxnChg chg="mod">
          <ac:chgData name="Keshav Thacker" userId="01401ad2a86ea8e6" providerId="LiveId" clId="{3BDA960B-6274-4406-813D-2D452B5CF25F}" dt="2024-10-14T06:23:16.296" v="1616" actId="14100"/>
          <ac:cxnSpMkLst>
            <pc:docMk/>
            <pc:sldMk cId="2173458849" sldId="274"/>
            <ac:cxnSpMk id="5" creationId="{B4595944-1BBC-69C3-FFA0-D18C2151772A}"/>
          </ac:cxnSpMkLst>
        </pc:cxnChg>
        <pc:cxnChg chg="mod">
          <ac:chgData name="Keshav Thacker" userId="01401ad2a86ea8e6" providerId="LiveId" clId="{3BDA960B-6274-4406-813D-2D452B5CF25F}" dt="2024-10-14T06:23:28.349" v="1619" actId="14100"/>
          <ac:cxnSpMkLst>
            <pc:docMk/>
            <pc:sldMk cId="2173458849" sldId="274"/>
            <ac:cxnSpMk id="6" creationId="{486634F5-ACCB-A3B7-D731-A2018ACAF8CD}"/>
          </ac:cxnSpMkLst>
        </pc:cxnChg>
        <pc:cxnChg chg="del">
          <ac:chgData name="Keshav Thacker" userId="01401ad2a86ea8e6" providerId="LiveId" clId="{3BDA960B-6274-4406-813D-2D452B5CF25F}" dt="2024-10-03T10:24:50.354" v="981" actId="478"/>
          <ac:cxnSpMkLst>
            <pc:docMk/>
            <pc:sldMk cId="2173458849" sldId="274"/>
            <ac:cxnSpMk id="8" creationId="{88A91738-39DB-79DF-5041-4FD4800A9ADB}"/>
          </ac:cxnSpMkLst>
        </pc:cxnChg>
        <pc:cxnChg chg="del">
          <ac:chgData name="Keshav Thacker" userId="01401ad2a86ea8e6" providerId="LiveId" clId="{3BDA960B-6274-4406-813D-2D452B5CF25F}" dt="2024-10-03T10:24:47.843" v="980" actId="478"/>
          <ac:cxnSpMkLst>
            <pc:docMk/>
            <pc:sldMk cId="2173458849" sldId="274"/>
            <ac:cxnSpMk id="12" creationId="{A4CB4169-7FAF-F208-FB26-4BCED545AAEC}"/>
          </ac:cxnSpMkLst>
        </pc:cxnChg>
      </pc:sldChg>
      <pc:sldChg chg="modSp add del mod ord">
        <pc:chgData name="Keshav Thacker" userId="01401ad2a86ea8e6" providerId="LiveId" clId="{3BDA960B-6274-4406-813D-2D452B5CF25F}" dt="2024-10-08T18:01:45.819" v="1347" actId="47"/>
        <pc:sldMkLst>
          <pc:docMk/>
          <pc:sldMk cId="76652308" sldId="275"/>
        </pc:sldMkLst>
        <pc:spChg chg="mod">
          <ac:chgData name="Keshav Thacker" userId="01401ad2a86ea8e6" providerId="LiveId" clId="{3BDA960B-6274-4406-813D-2D452B5CF25F}" dt="2024-10-08T18:01:34.145" v="1346" actId="20577"/>
          <ac:spMkLst>
            <pc:docMk/>
            <pc:sldMk cId="76652308" sldId="275"/>
            <ac:spMk id="3" creationId="{C5464D06-FCC5-1D08-A2A8-2614CA969C0A}"/>
          </ac:spMkLst>
        </pc:spChg>
      </pc:sldChg>
      <pc:sldChg chg="addSp delSp modSp add mod ord">
        <pc:chgData name="Keshav Thacker" userId="01401ad2a86ea8e6" providerId="LiveId" clId="{3BDA960B-6274-4406-813D-2D452B5CF25F}" dt="2024-10-10T04:57:58.262" v="1476" actId="1076"/>
        <pc:sldMkLst>
          <pc:docMk/>
          <pc:sldMk cId="2200718791" sldId="275"/>
        </pc:sldMkLst>
        <pc:spChg chg="mod">
          <ac:chgData name="Keshav Thacker" userId="01401ad2a86ea8e6" providerId="LiveId" clId="{3BDA960B-6274-4406-813D-2D452B5CF25F}" dt="2024-10-08T18:06:44.162" v="1426" actId="122"/>
          <ac:spMkLst>
            <pc:docMk/>
            <pc:sldMk cId="2200718791" sldId="275"/>
            <ac:spMk id="3" creationId="{6DDE2AB7-A9CC-1CCA-9EC4-4D4F97BD51D3}"/>
          </ac:spMkLst>
        </pc:spChg>
        <pc:spChg chg="mod">
          <ac:chgData name="Keshav Thacker" userId="01401ad2a86ea8e6" providerId="LiveId" clId="{3BDA960B-6274-4406-813D-2D452B5CF25F}" dt="2024-10-09T06:40:19.147" v="1427" actId="1076"/>
          <ac:spMkLst>
            <pc:docMk/>
            <pc:sldMk cId="2200718791" sldId="275"/>
            <ac:spMk id="4" creationId="{3D3CD108-44FE-1296-8920-5D774EF93296}"/>
          </ac:spMkLst>
        </pc:spChg>
        <pc:spChg chg="mod">
          <ac:chgData name="Keshav Thacker" userId="01401ad2a86ea8e6" providerId="LiveId" clId="{3BDA960B-6274-4406-813D-2D452B5CF25F}" dt="2024-10-09T06:45:49.750" v="1428" actId="1076"/>
          <ac:spMkLst>
            <pc:docMk/>
            <pc:sldMk cId="2200718791" sldId="275"/>
            <ac:spMk id="5" creationId="{FC70E353-2822-F80D-76D0-6153C238E599}"/>
          </ac:spMkLst>
        </pc:spChg>
        <pc:spChg chg="mod">
          <ac:chgData name="Keshav Thacker" userId="01401ad2a86ea8e6" providerId="LiveId" clId="{3BDA960B-6274-4406-813D-2D452B5CF25F}" dt="2024-10-09T06:46:17.678" v="1430" actId="1076"/>
          <ac:spMkLst>
            <pc:docMk/>
            <pc:sldMk cId="2200718791" sldId="275"/>
            <ac:spMk id="6" creationId="{D973E058-53E0-1403-CE3E-6A24772E8D80}"/>
          </ac:spMkLst>
        </pc:spChg>
        <pc:spChg chg="mod">
          <ac:chgData name="Keshav Thacker" userId="01401ad2a86ea8e6" providerId="LiveId" clId="{3BDA960B-6274-4406-813D-2D452B5CF25F}" dt="2024-10-09T06:46:25.789" v="1431" actId="1076"/>
          <ac:spMkLst>
            <pc:docMk/>
            <pc:sldMk cId="2200718791" sldId="275"/>
            <ac:spMk id="7" creationId="{8B753AF1-EC0F-F7A6-5459-377F1D0EAC34}"/>
          </ac:spMkLst>
        </pc:spChg>
        <pc:spChg chg="mod">
          <ac:chgData name="Keshav Thacker" userId="01401ad2a86ea8e6" providerId="LiveId" clId="{3BDA960B-6274-4406-813D-2D452B5CF25F}" dt="2024-10-09T06:46:31.451" v="1432" actId="1076"/>
          <ac:spMkLst>
            <pc:docMk/>
            <pc:sldMk cId="2200718791" sldId="275"/>
            <ac:spMk id="8" creationId="{D7DCFCE6-0F64-A13F-277F-862B6286A59C}"/>
          </ac:spMkLst>
        </pc:spChg>
        <pc:spChg chg="mod">
          <ac:chgData name="Keshav Thacker" userId="01401ad2a86ea8e6" providerId="LiveId" clId="{3BDA960B-6274-4406-813D-2D452B5CF25F}" dt="2024-10-09T06:46:45.360" v="1434" actId="1076"/>
          <ac:spMkLst>
            <pc:docMk/>
            <pc:sldMk cId="2200718791" sldId="275"/>
            <ac:spMk id="9" creationId="{89FF4E26-504A-7DD1-FFC4-F7D32C1D2445}"/>
          </ac:spMkLst>
        </pc:spChg>
        <pc:spChg chg="mod">
          <ac:chgData name="Keshav Thacker" userId="01401ad2a86ea8e6" providerId="LiveId" clId="{3BDA960B-6274-4406-813D-2D452B5CF25F}" dt="2024-10-09T06:47:01.543" v="1436" actId="1076"/>
          <ac:spMkLst>
            <pc:docMk/>
            <pc:sldMk cId="2200718791" sldId="275"/>
            <ac:spMk id="10" creationId="{11A390A6-D83B-1CED-8235-53E8397A2AE2}"/>
          </ac:spMkLst>
        </pc:spChg>
        <pc:spChg chg="mod">
          <ac:chgData name="Keshav Thacker" userId="01401ad2a86ea8e6" providerId="LiveId" clId="{3BDA960B-6274-4406-813D-2D452B5CF25F}" dt="2024-10-09T06:47:08.312" v="1437" actId="1076"/>
          <ac:spMkLst>
            <pc:docMk/>
            <pc:sldMk cId="2200718791" sldId="275"/>
            <ac:spMk id="11" creationId="{CE91835C-F156-854F-BC01-6319DDB203C9}"/>
          </ac:spMkLst>
        </pc:spChg>
        <pc:spChg chg="mod">
          <ac:chgData name="Keshav Thacker" userId="01401ad2a86ea8e6" providerId="LiveId" clId="{3BDA960B-6274-4406-813D-2D452B5CF25F}" dt="2024-10-09T06:47:18.569" v="1439" actId="1076"/>
          <ac:spMkLst>
            <pc:docMk/>
            <pc:sldMk cId="2200718791" sldId="275"/>
            <ac:spMk id="12" creationId="{DAEC628F-5ADB-3F13-58DD-B7EDC0CF6BC6}"/>
          </ac:spMkLst>
        </pc:spChg>
        <pc:spChg chg="mod">
          <ac:chgData name="Keshav Thacker" userId="01401ad2a86ea8e6" providerId="LiveId" clId="{3BDA960B-6274-4406-813D-2D452B5CF25F}" dt="2024-10-09T06:47:31.924" v="1440" actId="1076"/>
          <ac:spMkLst>
            <pc:docMk/>
            <pc:sldMk cId="2200718791" sldId="275"/>
            <ac:spMk id="13" creationId="{4FB1EE68-A378-B143-E3C9-9E888AFF682D}"/>
          </ac:spMkLst>
        </pc:spChg>
        <pc:spChg chg="mod">
          <ac:chgData name="Keshav Thacker" userId="01401ad2a86ea8e6" providerId="LiveId" clId="{3BDA960B-6274-4406-813D-2D452B5CF25F}" dt="2024-10-09T06:48:01.853" v="1441" actId="1076"/>
          <ac:spMkLst>
            <pc:docMk/>
            <pc:sldMk cId="2200718791" sldId="275"/>
            <ac:spMk id="14" creationId="{44A41C9F-7066-161A-77F0-09BC4A6E7786}"/>
          </ac:spMkLst>
        </pc:spChg>
        <pc:spChg chg="mod">
          <ac:chgData name="Keshav Thacker" userId="01401ad2a86ea8e6" providerId="LiveId" clId="{3BDA960B-6274-4406-813D-2D452B5CF25F}" dt="2024-10-09T06:48:11.957" v="1442" actId="1076"/>
          <ac:spMkLst>
            <pc:docMk/>
            <pc:sldMk cId="2200718791" sldId="275"/>
            <ac:spMk id="15" creationId="{F3139867-C876-E862-9BF8-BE6D62B49C34}"/>
          </ac:spMkLst>
        </pc:spChg>
        <pc:spChg chg="mod">
          <ac:chgData name="Keshav Thacker" userId="01401ad2a86ea8e6" providerId="LiveId" clId="{3BDA960B-6274-4406-813D-2D452B5CF25F}" dt="2024-10-09T06:48:19.138" v="1443" actId="1076"/>
          <ac:spMkLst>
            <pc:docMk/>
            <pc:sldMk cId="2200718791" sldId="275"/>
            <ac:spMk id="16" creationId="{A515E1FC-66ED-5CCF-1D86-BD45819B40E3}"/>
          </ac:spMkLst>
        </pc:spChg>
        <pc:spChg chg="mod">
          <ac:chgData name="Keshav Thacker" userId="01401ad2a86ea8e6" providerId="LiveId" clId="{3BDA960B-6274-4406-813D-2D452B5CF25F}" dt="2024-10-09T06:48:29.284" v="1444" actId="1076"/>
          <ac:spMkLst>
            <pc:docMk/>
            <pc:sldMk cId="2200718791" sldId="275"/>
            <ac:spMk id="17" creationId="{9ECA5EFE-5FE5-5498-16CC-60D27AC777EC}"/>
          </ac:spMkLst>
        </pc:spChg>
        <pc:spChg chg="mod">
          <ac:chgData name="Keshav Thacker" userId="01401ad2a86ea8e6" providerId="LiveId" clId="{3BDA960B-6274-4406-813D-2D452B5CF25F}" dt="2024-10-10T04:52:41.336" v="1445" actId="1076"/>
          <ac:spMkLst>
            <pc:docMk/>
            <pc:sldMk cId="2200718791" sldId="275"/>
            <ac:spMk id="18" creationId="{AA467710-0AE8-F7CD-98C9-722B1F1857C7}"/>
          </ac:spMkLst>
        </pc:spChg>
        <pc:spChg chg="mod">
          <ac:chgData name="Keshav Thacker" userId="01401ad2a86ea8e6" providerId="LiveId" clId="{3BDA960B-6274-4406-813D-2D452B5CF25F}" dt="2024-10-10T04:52:46.993" v="1446" actId="1076"/>
          <ac:spMkLst>
            <pc:docMk/>
            <pc:sldMk cId="2200718791" sldId="275"/>
            <ac:spMk id="19" creationId="{179423FF-2B27-1748-9D4F-B7CA0263A2A2}"/>
          </ac:spMkLst>
        </pc:spChg>
        <pc:spChg chg="add mod">
          <ac:chgData name="Keshav Thacker" userId="01401ad2a86ea8e6" providerId="LiveId" clId="{3BDA960B-6274-4406-813D-2D452B5CF25F}" dt="2024-10-10T04:52:58.977" v="1448" actId="1076"/>
          <ac:spMkLst>
            <pc:docMk/>
            <pc:sldMk cId="2200718791" sldId="275"/>
            <ac:spMk id="20" creationId="{26D00223-0FF9-2C45-1395-5F71E2BA7F1D}"/>
          </ac:spMkLst>
        </pc:spChg>
        <pc:spChg chg="add mod">
          <ac:chgData name="Keshav Thacker" userId="01401ad2a86ea8e6" providerId="LiveId" clId="{3BDA960B-6274-4406-813D-2D452B5CF25F}" dt="2024-10-10T04:53:04.646" v="1449"/>
          <ac:spMkLst>
            <pc:docMk/>
            <pc:sldMk cId="2200718791" sldId="275"/>
            <ac:spMk id="22" creationId="{6DB02595-0B4C-743A-1CB6-E516450C08C0}"/>
          </ac:spMkLst>
        </pc:spChg>
        <pc:spChg chg="add del mod">
          <ac:chgData name="Keshav Thacker" userId="01401ad2a86ea8e6" providerId="LiveId" clId="{3BDA960B-6274-4406-813D-2D452B5CF25F}" dt="2024-10-10T04:53:17.425" v="1451" actId="478"/>
          <ac:spMkLst>
            <pc:docMk/>
            <pc:sldMk cId="2200718791" sldId="275"/>
            <ac:spMk id="23" creationId="{7BD7AB06-B843-A07C-663A-DEE6A7EB3122}"/>
          </ac:spMkLst>
        </pc:spChg>
        <pc:spChg chg="add del mod">
          <ac:chgData name="Keshav Thacker" userId="01401ad2a86ea8e6" providerId="LiveId" clId="{3BDA960B-6274-4406-813D-2D452B5CF25F}" dt="2024-10-10T04:53:26.765" v="1453" actId="478"/>
          <ac:spMkLst>
            <pc:docMk/>
            <pc:sldMk cId="2200718791" sldId="275"/>
            <ac:spMk id="24" creationId="{998CFE41-A9C3-4951-7D02-501B116C3237}"/>
          </ac:spMkLst>
        </pc:spChg>
        <pc:spChg chg="add del mod">
          <ac:chgData name="Keshav Thacker" userId="01401ad2a86ea8e6" providerId="LiveId" clId="{3BDA960B-6274-4406-813D-2D452B5CF25F}" dt="2024-10-10T04:54:44.330" v="1462" actId="478"/>
          <ac:spMkLst>
            <pc:docMk/>
            <pc:sldMk cId="2200718791" sldId="275"/>
            <ac:spMk id="25" creationId="{8602C37E-B425-3D66-41D3-F55FA4EAD7F0}"/>
          </ac:spMkLst>
        </pc:spChg>
        <pc:spChg chg="add mod">
          <ac:chgData name="Keshav Thacker" userId="01401ad2a86ea8e6" providerId="LiveId" clId="{3BDA960B-6274-4406-813D-2D452B5CF25F}" dt="2024-10-10T04:55:19.247" v="1466" actId="20577"/>
          <ac:spMkLst>
            <pc:docMk/>
            <pc:sldMk cId="2200718791" sldId="275"/>
            <ac:spMk id="26" creationId="{71EEA552-F793-7B36-9985-95E24732EDE7}"/>
          </ac:spMkLst>
        </pc:spChg>
        <pc:spChg chg="add mod">
          <ac:chgData name="Keshav Thacker" userId="01401ad2a86ea8e6" providerId="LiveId" clId="{3BDA960B-6274-4406-813D-2D452B5CF25F}" dt="2024-10-10T04:56:13.788" v="1469"/>
          <ac:spMkLst>
            <pc:docMk/>
            <pc:sldMk cId="2200718791" sldId="275"/>
            <ac:spMk id="27" creationId="{63BDA413-FA42-A13A-26BE-852B28412164}"/>
          </ac:spMkLst>
        </pc:spChg>
        <pc:spChg chg="add mod">
          <ac:chgData name="Keshav Thacker" userId="01401ad2a86ea8e6" providerId="LiveId" clId="{3BDA960B-6274-4406-813D-2D452B5CF25F}" dt="2024-10-10T04:57:58.262" v="1476" actId="1076"/>
          <ac:spMkLst>
            <pc:docMk/>
            <pc:sldMk cId="2200718791" sldId="275"/>
            <ac:spMk id="28" creationId="{29F82258-4C47-4D73-1404-7DBB781D35F7}"/>
          </ac:spMkLst>
        </pc:spChg>
        <pc:picChg chg="del">
          <ac:chgData name="Keshav Thacker" userId="01401ad2a86ea8e6" providerId="LiveId" clId="{3BDA960B-6274-4406-813D-2D452B5CF25F}" dt="2024-10-08T18:06:30.610" v="1424" actId="21"/>
          <ac:picMkLst>
            <pc:docMk/>
            <pc:sldMk cId="2200718791" sldId="275"/>
            <ac:picMk id="2" creationId="{B31173C9-5E4E-047B-A095-548F7B7D44B3}"/>
          </ac:picMkLst>
        </pc:picChg>
      </pc:sldChg>
      <pc:sldChg chg="addSp delSp modSp add mod">
        <pc:chgData name="Keshav Thacker" userId="01401ad2a86ea8e6" providerId="LiveId" clId="{3BDA960B-6274-4406-813D-2D452B5CF25F}" dt="2024-10-10T06:18:33.305" v="1556" actId="14100"/>
        <pc:sldMkLst>
          <pc:docMk/>
          <pc:sldMk cId="3542913025" sldId="276"/>
        </pc:sldMkLst>
        <pc:spChg chg="add mod">
          <ac:chgData name="Keshav Thacker" userId="01401ad2a86ea8e6" providerId="LiveId" clId="{3BDA960B-6274-4406-813D-2D452B5CF25F}" dt="2024-10-10T06:18:20.687" v="1555" actId="20577"/>
          <ac:spMkLst>
            <pc:docMk/>
            <pc:sldMk cId="3542913025" sldId="276"/>
            <ac:spMk id="4" creationId="{B3DA4CC9-B3E9-833C-5A58-18F9D0DBCA2B}"/>
          </ac:spMkLst>
        </pc:spChg>
        <pc:picChg chg="add mod modCrop">
          <ac:chgData name="Keshav Thacker" userId="01401ad2a86ea8e6" providerId="LiveId" clId="{3BDA960B-6274-4406-813D-2D452B5CF25F}" dt="2024-10-10T06:18:33.305" v="1556" actId="14100"/>
          <ac:picMkLst>
            <pc:docMk/>
            <pc:sldMk cId="3542913025" sldId="276"/>
            <ac:picMk id="3" creationId="{91250AFA-047D-0569-19DB-591D37AB69E2}"/>
          </ac:picMkLst>
        </pc:picChg>
        <pc:picChg chg="del">
          <ac:chgData name="Keshav Thacker" userId="01401ad2a86ea8e6" providerId="LiveId" clId="{3BDA960B-6274-4406-813D-2D452B5CF25F}" dt="2024-10-10T06:14:35.151" v="1537" actId="478"/>
          <ac:picMkLst>
            <pc:docMk/>
            <pc:sldMk cId="3542913025" sldId="276"/>
            <ac:picMk id="6" creationId="{98982F02-D69D-DCB5-E45C-5B97E03BC976}"/>
          </ac:picMkLst>
        </pc:picChg>
      </pc:sldChg>
      <pc:sldChg chg="addSp modSp add mod">
        <pc:chgData name="Keshav Thacker" userId="01401ad2a86ea8e6" providerId="LiveId" clId="{3BDA960B-6274-4406-813D-2D452B5CF25F}" dt="2024-10-10T06:20:47.247" v="1570" actId="14100"/>
        <pc:sldMkLst>
          <pc:docMk/>
          <pc:sldMk cId="352870097" sldId="277"/>
        </pc:sldMkLst>
        <pc:picChg chg="add mod modCrop">
          <ac:chgData name="Keshav Thacker" userId="01401ad2a86ea8e6" providerId="LiveId" clId="{3BDA960B-6274-4406-813D-2D452B5CF25F}" dt="2024-10-10T06:20:47.247" v="1570" actId="14100"/>
          <ac:picMkLst>
            <pc:docMk/>
            <pc:sldMk cId="352870097" sldId="277"/>
            <ac:picMk id="3" creationId="{B422435E-1BA4-9F90-ED36-CE2AFF08463E}"/>
          </ac:picMkLst>
        </pc:picChg>
      </pc:sldChg>
      <pc:sldChg chg="addSp delSp modSp add mod">
        <pc:chgData name="Keshav Thacker" userId="01401ad2a86ea8e6" providerId="LiveId" clId="{3BDA960B-6274-4406-813D-2D452B5CF25F}" dt="2024-10-14T06:27:39.429" v="1639" actId="14100"/>
        <pc:sldMkLst>
          <pc:docMk/>
          <pc:sldMk cId="3864876619" sldId="278"/>
        </pc:sldMkLst>
        <pc:picChg chg="add del mod modCrop">
          <ac:chgData name="Keshav Thacker" userId="01401ad2a86ea8e6" providerId="LiveId" clId="{3BDA960B-6274-4406-813D-2D452B5CF25F}" dt="2024-10-14T06:26:25.285" v="1630" actId="478"/>
          <ac:picMkLst>
            <pc:docMk/>
            <pc:sldMk cId="3864876619" sldId="278"/>
            <ac:picMk id="3" creationId="{B7FCF557-B64E-0EAA-19B5-BAB644978B53}"/>
          </ac:picMkLst>
        </pc:picChg>
        <pc:picChg chg="add mod modCrop">
          <ac:chgData name="Keshav Thacker" userId="01401ad2a86ea8e6" providerId="LiveId" clId="{3BDA960B-6274-4406-813D-2D452B5CF25F}" dt="2024-10-14T06:27:39.429" v="1639" actId="14100"/>
          <ac:picMkLst>
            <pc:docMk/>
            <pc:sldMk cId="3864876619" sldId="278"/>
            <ac:picMk id="4" creationId="{541B9D20-CA37-9198-10AD-4043A37E1841}"/>
          </ac:picMkLst>
        </pc:picChg>
      </pc:sldChg>
    </pc:docChg>
  </pc:docChgLst>
  <pc:docChgLst>
    <pc:chgData name="Guest User" providerId="Windows Live" clId="Web-{266E543C-1003-42D2-BE99-FD13B6538721}"/>
    <pc:docChg chg="addSld modSld">
      <pc:chgData name="Guest User" userId="" providerId="Windows Live" clId="Web-{266E543C-1003-42D2-BE99-FD13B6538721}" dt="2024-10-03T10:30:41.500" v="393" actId="1076"/>
      <pc:docMkLst>
        <pc:docMk/>
      </pc:docMkLst>
      <pc:sldChg chg="addSp delSp modSp">
        <pc:chgData name="Guest User" userId="" providerId="Windows Live" clId="Web-{266E543C-1003-42D2-BE99-FD13B6538721}" dt="2024-10-03T10:30:41.500" v="393" actId="1076"/>
        <pc:sldMkLst>
          <pc:docMk/>
          <pc:sldMk cId="3362518499" sldId="270"/>
        </pc:sldMkLst>
        <pc:spChg chg="mod">
          <ac:chgData name="Guest User" userId="" providerId="Windows Live" clId="Web-{266E543C-1003-42D2-BE99-FD13B6538721}" dt="2024-10-03T10:07:16.524" v="177" actId="14100"/>
          <ac:spMkLst>
            <pc:docMk/>
            <pc:sldMk cId="3362518499" sldId="270"/>
            <ac:spMk id="3" creationId="{F25273D6-5816-AA72-0E57-FC5B9F19742A}"/>
          </ac:spMkLst>
        </pc:spChg>
        <pc:spChg chg="mod">
          <ac:chgData name="Guest User" userId="" providerId="Windows Live" clId="Web-{266E543C-1003-42D2-BE99-FD13B6538721}" dt="2024-10-03T10:09:26.321" v="202" actId="14100"/>
          <ac:spMkLst>
            <pc:docMk/>
            <pc:sldMk cId="3362518499" sldId="270"/>
            <ac:spMk id="4" creationId="{2BB6116A-1147-E740-E00A-DEA2B32D7DFD}"/>
          </ac:spMkLst>
        </pc:spChg>
        <pc:spChg chg="mod">
          <ac:chgData name="Guest User" userId="" providerId="Windows Live" clId="Web-{266E543C-1003-42D2-BE99-FD13B6538721}" dt="2024-10-03T10:12:04.509" v="228" actId="1076"/>
          <ac:spMkLst>
            <pc:docMk/>
            <pc:sldMk cId="3362518499" sldId="270"/>
            <ac:spMk id="5" creationId="{51F6B383-C519-8345-28D7-F2F312F70E70}"/>
          </ac:spMkLst>
        </pc:spChg>
        <pc:spChg chg="mod">
          <ac:chgData name="Guest User" userId="" providerId="Windows Live" clId="Web-{266E543C-1003-42D2-BE99-FD13B6538721}" dt="2024-10-03T10:09:13.602" v="200" actId="1076"/>
          <ac:spMkLst>
            <pc:docMk/>
            <pc:sldMk cId="3362518499" sldId="270"/>
            <ac:spMk id="6" creationId="{34F31A54-D954-E8EC-D570-31A2810AFDD5}"/>
          </ac:spMkLst>
        </pc:spChg>
        <pc:spChg chg="mod">
          <ac:chgData name="Guest User" userId="" providerId="Windows Live" clId="Web-{266E543C-1003-42D2-BE99-FD13B6538721}" dt="2024-10-03T10:05:45.727" v="159" actId="14100"/>
          <ac:spMkLst>
            <pc:docMk/>
            <pc:sldMk cId="3362518499" sldId="270"/>
            <ac:spMk id="8" creationId="{305F6152-22CD-C8ED-2EF7-502DC9804733}"/>
          </ac:spMkLst>
        </pc:spChg>
        <pc:spChg chg="mod">
          <ac:chgData name="Guest User" userId="" providerId="Windows Live" clId="Web-{266E543C-1003-42D2-BE99-FD13B6538721}" dt="2024-10-03T10:07:26.774" v="179" actId="14100"/>
          <ac:spMkLst>
            <pc:docMk/>
            <pc:sldMk cId="3362518499" sldId="270"/>
            <ac:spMk id="10" creationId="{A612B381-350D-5094-8B25-42BAC5F7AD79}"/>
          </ac:spMkLst>
        </pc:spChg>
        <pc:spChg chg="add del mod">
          <ac:chgData name="Guest User" userId="" providerId="Windows Live" clId="Web-{266E543C-1003-42D2-BE99-FD13B6538721}" dt="2024-10-03T10:10:27.977" v="209" actId="14100"/>
          <ac:spMkLst>
            <pc:docMk/>
            <pc:sldMk cId="3362518499" sldId="270"/>
            <ac:spMk id="11" creationId="{10DCD14C-57D1-25B7-A943-6245DA352979}"/>
          </ac:spMkLst>
        </pc:spChg>
        <pc:spChg chg="mod">
          <ac:chgData name="Guest User" userId="" providerId="Windows Live" clId="Web-{266E543C-1003-42D2-BE99-FD13B6538721}" dt="2024-10-03T10:05:38.242" v="158" actId="14100"/>
          <ac:spMkLst>
            <pc:docMk/>
            <pc:sldMk cId="3362518499" sldId="270"/>
            <ac:spMk id="12" creationId="{6719C279-9458-BDA6-B018-BC183B6E71C5}"/>
          </ac:spMkLst>
        </pc:spChg>
        <pc:spChg chg="add mod">
          <ac:chgData name="Guest User" userId="" providerId="Windows Live" clId="Web-{266E543C-1003-42D2-BE99-FD13B6538721}" dt="2024-10-03T10:15:20.186" v="240" actId="20577"/>
          <ac:spMkLst>
            <pc:docMk/>
            <pc:sldMk cId="3362518499" sldId="270"/>
            <ac:spMk id="13" creationId="{F8CB2533-51D6-3996-0DB4-EF401E281C40}"/>
          </ac:spMkLst>
        </pc:spChg>
        <pc:spChg chg="mod">
          <ac:chgData name="Guest User" userId="" providerId="Windows Live" clId="Web-{266E543C-1003-42D2-BE99-FD13B6538721}" dt="2024-10-03T10:04:58.133" v="149" actId="14100"/>
          <ac:spMkLst>
            <pc:docMk/>
            <pc:sldMk cId="3362518499" sldId="270"/>
            <ac:spMk id="21" creationId="{C04C9432-F4ED-21DA-749B-53DD6082BF02}"/>
          </ac:spMkLst>
        </pc:spChg>
        <pc:spChg chg="mod">
          <ac:chgData name="Guest User" userId="" providerId="Windows Live" clId="Web-{266E543C-1003-42D2-BE99-FD13B6538721}" dt="2024-10-03T10:04:31.086" v="141" actId="14100"/>
          <ac:spMkLst>
            <pc:docMk/>
            <pc:sldMk cId="3362518499" sldId="270"/>
            <ac:spMk id="22" creationId="{38B5BB1A-6394-2923-C979-74F4EA383C68}"/>
          </ac:spMkLst>
        </pc:spChg>
        <pc:spChg chg="mod">
          <ac:chgData name="Guest User" userId="" providerId="Windows Live" clId="Web-{266E543C-1003-42D2-BE99-FD13B6538721}" dt="2024-10-03T10:08:32.805" v="194" actId="14100"/>
          <ac:spMkLst>
            <pc:docMk/>
            <pc:sldMk cId="3362518499" sldId="270"/>
            <ac:spMk id="23" creationId="{F660D9AE-F615-BDFC-1A1D-0B6964C9C771}"/>
          </ac:spMkLst>
        </pc:spChg>
        <pc:spChg chg="add del mod">
          <ac:chgData name="Guest User" userId="" providerId="Windows Live" clId="Web-{266E543C-1003-42D2-BE99-FD13B6538721}" dt="2024-10-03T10:10:09.962" v="206" actId="1076"/>
          <ac:spMkLst>
            <pc:docMk/>
            <pc:sldMk cId="3362518499" sldId="270"/>
            <ac:spMk id="24" creationId="{69D7932F-B0BE-713C-92F2-8784A2B55E87}"/>
          </ac:spMkLst>
        </pc:spChg>
        <pc:spChg chg="mod">
          <ac:chgData name="Guest User" userId="" providerId="Windows Live" clId="Web-{266E543C-1003-42D2-BE99-FD13B6538721}" dt="2024-10-03T10:11:48.477" v="227" actId="20577"/>
          <ac:spMkLst>
            <pc:docMk/>
            <pc:sldMk cId="3362518499" sldId="270"/>
            <ac:spMk id="25" creationId="{3C4BE54F-5590-9275-1A2A-6D656D8AB81C}"/>
          </ac:spMkLst>
        </pc:spChg>
        <pc:spChg chg="mod">
          <ac:chgData name="Guest User" userId="" providerId="Windows Live" clId="Web-{266E543C-1003-42D2-BE99-FD13B6538721}" dt="2024-10-03T10:10:52.181" v="217" actId="20577"/>
          <ac:spMkLst>
            <pc:docMk/>
            <pc:sldMk cId="3362518499" sldId="270"/>
            <ac:spMk id="26" creationId="{8805BD74-D026-4FB0-754B-BC17C8165F37}"/>
          </ac:spMkLst>
        </pc:spChg>
        <pc:spChg chg="del mod">
          <ac:chgData name="Guest User" userId="" providerId="Windows Live" clId="Web-{266E543C-1003-42D2-BE99-FD13B6538721}" dt="2024-10-03T09:53:28.381" v="2"/>
          <ac:spMkLst>
            <pc:docMk/>
            <pc:sldMk cId="3362518499" sldId="270"/>
            <ac:spMk id="27" creationId="{80C0AE71-6509-6721-4DBE-F29E28A22205}"/>
          </ac:spMkLst>
        </pc:spChg>
        <pc:cxnChg chg="add mod">
          <ac:chgData name="Guest User" userId="" providerId="Windows Live" clId="Web-{266E543C-1003-42D2-BE99-FD13B6538721}" dt="2024-10-03T10:30:41.500" v="393" actId="1076"/>
          <ac:cxnSpMkLst>
            <pc:docMk/>
            <pc:sldMk cId="3362518499" sldId="270"/>
            <ac:cxnSpMk id="14" creationId="{1DD1CFE6-8C93-0600-80DA-AB4BB66EF188}"/>
          </ac:cxnSpMkLst>
        </pc:cxnChg>
      </pc:sldChg>
      <pc:sldChg chg="add replId">
        <pc:chgData name="Guest User" userId="" providerId="Windows Live" clId="Web-{266E543C-1003-42D2-BE99-FD13B6538721}" dt="2024-10-03T10:15:29.405" v="241"/>
        <pc:sldMkLst>
          <pc:docMk/>
          <pc:sldMk cId="3437169020" sldId="272"/>
        </pc:sldMkLst>
      </pc:sldChg>
      <pc:sldChg chg="addSp delSp modSp add replId">
        <pc:chgData name="Guest User" userId="" providerId="Windows Live" clId="Web-{266E543C-1003-42D2-BE99-FD13B6538721}" dt="2024-10-03T10:29:50.547" v="391"/>
        <pc:sldMkLst>
          <pc:docMk/>
          <pc:sldMk cId="1905130438" sldId="273"/>
        </pc:sldMkLst>
        <pc:spChg chg="del">
          <ac:chgData name="Guest User" userId="" providerId="Windows Live" clId="Web-{266E543C-1003-42D2-BE99-FD13B6538721}" dt="2024-10-03T10:19:23.717" v="296"/>
          <ac:spMkLst>
            <pc:docMk/>
            <pc:sldMk cId="1905130438" sldId="273"/>
            <ac:spMk id="3" creationId="{F25273D6-5816-AA72-0E57-FC5B9F19742A}"/>
          </ac:spMkLst>
        </pc:spChg>
        <pc:spChg chg="del">
          <ac:chgData name="Guest User" userId="" providerId="Windows Live" clId="Web-{266E543C-1003-42D2-BE99-FD13B6538721}" dt="2024-10-03T10:17:26.420" v="269"/>
          <ac:spMkLst>
            <pc:docMk/>
            <pc:sldMk cId="1905130438" sldId="273"/>
            <ac:spMk id="4" creationId="{2BB6116A-1147-E740-E00A-DEA2B32D7DFD}"/>
          </ac:spMkLst>
        </pc:spChg>
        <pc:spChg chg="del">
          <ac:chgData name="Guest User" userId="" providerId="Windows Live" clId="Web-{266E543C-1003-42D2-BE99-FD13B6538721}" dt="2024-10-03T10:19:53.968" v="307"/>
          <ac:spMkLst>
            <pc:docMk/>
            <pc:sldMk cId="1905130438" sldId="273"/>
            <ac:spMk id="5" creationId="{51F6B383-C519-8345-28D7-F2F312F70E70}"/>
          </ac:spMkLst>
        </pc:spChg>
        <pc:spChg chg="del">
          <ac:chgData name="Guest User" userId="" providerId="Windows Live" clId="Web-{266E543C-1003-42D2-BE99-FD13B6538721}" dt="2024-10-03T10:17:53.655" v="276"/>
          <ac:spMkLst>
            <pc:docMk/>
            <pc:sldMk cId="1905130438" sldId="273"/>
            <ac:spMk id="6" creationId="{34F31A54-D954-E8EC-D570-31A2810AFDD5}"/>
          </ac:spMkLst>
        </pc:spChg>
        <pc:spChg chg="del">
          <ac:chgData name="Guest User" userId="" providerId="Windows Live" clId="Web-{266E543C-1003-42D2-BE99-FD13B6538721}" dt="2024-10-03T10:20:14.140" v="316"/>
          <ac:spMkLst>
            <pc:docMk/>
            <pc:sldMk cId="1905130438" sldId="273"/>
            <ac:spMk id="8" creationId="{305F6152-22CD-C8ED-2EF7-502DC9804733}"/>
          </ac:spMkLst>
        </pc:spChg>
        <pc:spChg chg="del">
          <ac:chgData name="Guest User" userId="" providerId="Windows Live" clId="Web-{266E543C-1003-42D2-BE99-FD13B6538721}" dt="2024-10-03T10:20:44.671" v="328"/>
          <ac:spMkLst>
            <pc:docMk/>
            <pc:sldMk cId="1905130438" sldId="273"/>
            <ac:spMk id="12" creationId="{6719C279-9458-BDA6-B018-BC183B6E71C5}"/>
          </ac:spMkLst>
        </pc:spChg>
        <pc:spChg chg="add mod">
          <ac:chgData name="Guest User" userId="" providerId="Windows Live" clId="Web-{266E543C-1003-42D2-BE99-FD13B6538721}" dt="2024-10-03T10:21:00.546" v="336" actId="1076"/>
          <ac:spMkLst>
            <pc:docMk/>
            <pc:sldMk cId="1905130438" sldId="273"/>
            <ac:spMk id="14" creationId="{AC0A3466-FEBD-844F-DD7C-B9A3C8F831FE}"/>
          </ac:spMkLst>
        </pc:spChg>
        <pc:spChg chg="add mod">
          <ac:chgData name="Guest User" userId="" providerId="Windows Live" clId="Web-{266E543C-1003-42D2-BE99-FD13B6538721}" dt="2024-10-03T10:18:29.077" v="284" actId="1076"/>
          <ac:spMkLst>
            <pc:docMk/>
            <pc:sldMk cId="1905130438" sldId="273"/>
            <ac:spMk id="15" creationId="{133042FD-9D67-D4AC-0463-9E635B9E95BA}"/>
          </ac:spMkLst>
        </pc:spChg>
        <pc:spChg chg="add mod">
          <ac:chgData name="Guest User" userId="" providerId="Windows Live" clId="Web-{266E543C-1003-42D2-BE99-FD13B6538721}" dt="2024-10-03T10:18:34.202" v="285" actId="1076"/>
          <ac:spMkLst>
            <pc:docMk/>
            <pc:sldMk cId="1905130438" sldId="273"/>
            <ac:spMk id="16" creationId="{073D5CA9-21B7-DA97-BB64-543C82692E2C}"/>
          </ac:spMkLst>
        </pc:spChg>
        <pc:spChg chg="add mod">
          <ac:chgData name="Guest User" userId="" providerId="Windows Live" clId="Web-{266E543C-1003-42D2-BE99-FD13B6538721}" dt="2024-10-03T10:18:24.608" v="283" actId="1076"/>
          <ac:spMkLst>
            <pc:docMk/>
            <pc:sldMk cId="1905130438" sldId="273"/>
            <ac:spMk id="17" creationId="{07D1E20D-537D-2144-6C45-EC48AAC3DF9A}"/>
          </ac:spMkLst>
        </pc:spChg>
        <pc:spChg chg="add mod">
          <ac:chgData name="Guest User" userId="" providerId="Windows Live" clId="Web-{266E543C-1003-42D2-BE99-FD13B6538721}" dt="2024-10-03T10:19:02.202" v="292" actId="1076"/>
          <ac:spMkLst>
            <pc:docMk/>
            <pc:sldMk cId="1905130438" sldId="273"/>
            <ac:spMk id="18" creationId="{5F3CC257-8195-C788-8466-75D1193361EF}"/>
          </ac:spMkLst>
        </pc:spChg>
        <pc:spChg chg="add mod">
          <ac:chgData name="Guest User" userId="" providerId="Windows Live" clId="Web-{266E543C-1003-42D2-BE99-FD13B6538721}" dt="2024-10-03T10:19:39.686" v="304" actId="20577"/>
          <ac:spMkLst>
            <pc:docMk/>
            <pc:sldMk cId="1905130438" sldId="273"/>
            <ac:spMk id="19" creationId="{B24AFD03-AD94-1BEE-0A23-9994C27AF487}"/>
          </ac:spMkLst>
        </pc:spChg>
        <pc:spChg chg="add mod">
          <ac:chgData name="Guest User" userId="" providerId="Windows Live" clId="Web-{266E543C-1003-42D2-BE99-FD13B6538721}" dt="2024-10-03T10:20:03.140" v="314" actId="20577"/>
          <ac:spMkLst>
            <pc:docMk/>
            <pc:sldMk cId="1905130438" sldId="273"/>
            <ac:spMk id="20" creationId="{59C22944-D661-11CB-D1C6-FDBFFC7357B7}"/>
          </ac:spMkLst>
        </pc:spChg>
        <pc:spChg chg="del">
          <ac:chgData name="Guest User" userId="" providerId="Windows Live" clId="Web-{266E543C-1003-42D2-BE99-FD13B6538721}" dt="2024-10-03T10:21:26.093" v="346"/>
          <ac:spMkLst>
            <pc:docMk/>
            <pc:sldMk cId="1905130438" sldId="273"/>
            <ac:spMk id="21" creationId="{C04C9432-F4ED-21DA-749B-53DD6082BF02}"/>
          </ac:spMkLst>
        </pc:spChg>
        <pc:spChg chg="del">
          <ac:chgData name="Guest User" userId="" providerId="Windows Live" clId="Web-{266E543C-1003-42D2-BE99-FD13B6538721}" dt="2024-10-03T10:21:10.687" v="338"/>
          <ac:spMkLst>
            <pc:docMk/>
            <pc:sldMk cId="1905130438" sldId="273"/>
            <ac:spMk id="22" creationId="{38B5BB1A-6394-2923-C979-74F4EA383C68}"/>
          </ac:spMkLst>
        </pc:spChg>
        <pc:spChg chg="del">
          <ac:chgData name="Guest User" userId="" providerId="Windows Live" clId="Web-{266E543C-1003-42D2-BE99-FD13B6538721}" dt="2024-10-03T10:16:48.608" v="257"/>
          <ac:spMkLst>
            <pc:docMk/>
            <pc:sldMk cId="1905130438" sldId="273"/>
            <ac:spMk id="23" creationId="{F660D9AE-F615-BDFC-1A1D-0B6964C9C771}"/>
          </ac:spMkLst>
        </pc:spChg>
        <pc:spChg chg="del">
          <ac:chgData name="Guest User" userId="" providerId="Windows Live" clId="Web-{266E543C-1003-42D2-BE99-FD13B6538721}" dt="2024-10-03T10:16:09.764" v="245"/>
          <ac:spMkLst>
            <pc:docMk/>
            <pc:sldMk cId="1905130438" sldId="273"/>
            <ac:spMk id="24" creationId="{69D7932F-B0BE-713C-92F2-8784A2B55E87}"/>
          </ac:spMkLst>
        </pc:spChg>
        <pc:spChg chg="mod">
          <ac:chgData name="Guest User" userId="" providerId="Windows Live" clId="Web-{266E543C-1003-42D2-BE99-FD13B6538721}" dt="2024-10-03T10:19:07.217" v="293" actId="1076"/>
          <ac:spMkLst>
            <pc:docMk/>
            <pc:sldMk cId="1905130438" sldId="273"/>
            <ac:spMk id="25" creationId="{3C4BE54F-5590-9275-1A2A-6D656D8AB81C}"/>
          </ac:spMkLst>
        </pc:spChg>
        <pc:spChg chg="del">
          <ac:chgData name="Guest User" userId="" providerId="Windows Live" clId="Web-{266E543C-1003-42D2-BE99-FD13B6538721}" dt="2024-10-03T10:18:50.295" v="288"/>
          <ac:spMkLst>
            <pc:docMk/>
            <pc:sldMk cId="1905130438" sldId="273"/>
            <ac:spMk id="26" creationId="{8805BD74-D026-4FB0-754B-BC17C8165F37}"/>
          </ac:spMkLst>
        </pc:spChg>
        <pc:spChg chg="add mod">
          <ac:chgData name="Guest User" userId="" providerId="Windows Live" clId="Web-{266E543C-1003-42D2-BE99-FD13B6538721}" dt="2024-10-03T10:20:25.781" v="324" actId="20577"/>
          <ac:spMkLst>
            <pc:docMk/>
            <pc:sldMk cId="1905130438" sldId="273"/>
            <ac:spMk id="27" creationId="{81AE97CC-6400-4254-5A25-03764CA14FA4}"/>
          </ac:spMkLst>
        </pc:spChg>
        <pc:spChg chg="add mod">
          <ac:chgData name="Guest User" userId="" providerId="Windows Live" clId="Web-{266E543C-1003-42D2-BE99-FD13B6538721}" dt="2024-10-03T10:20:53.140" v="335" actId="20577"/>
          <ac:spMkLst>
            <pc:docMk/>
            <pc:sldMk cId="1905130438" sldId="273"/>
            <ac:spMk id="28" creationId="{D7C8B4E0-3F45-964D-BC44-60201C9B85CB}"/>
          </ac:spMkLst>
        </pc:spChg>
        <pc:spChg chg="add mod">
          <ac:chgData name="Guest User" userId="" providerId="Windows Live" clId="Web-{266E543C-1003-42D2-BE99-FD13B6538721}" dt="2024-10-03T10:21:18.968" v="344" actId="20577"/>
          <ac:spMkLst>
            <pc:docMk/>
            <pc:sldMk cId="1905130438" sldId="273"/>
            <ac:spMk id="29" creationId="{48428A2F-C793-B8D0-8CD2-EB7830312CD1}"/>
          </ac:spMkLst>
        </pc:spChg>
        <pc:spChg chg="add mod">
          <ac:chgData name="Guest User" userId="" providerId="Windows Live" clId="Web-{266E543C-1003-42D2-BE99-FD13B6538721}" dt="2024-10-03T10:21:37.124" v="348" actId="20577"/>
          <ac:spMkLst>
            <pc:docMk/>
            <pc:sldMk cId="1905130438" sldId="273"/>
            <ac:spMk id="30" creationId="{3E773003-8C93-7D34-5AF3-56FDE32BDA09}"/>
          </ac:spMkLst>
        </pc:spChg>
        <pc:cxnChg chg="add del mod">
          <ac:chgData name="Guest User" userId="" providerId="Windows Live" clId="Web-{266E543C-1003-42D2-BE99-FD13B6538721}" dt="2024-10-03T10:22:43.937" v="359"/>
          <ac:cxnSpMkLst>
            <pc:docMk/>
            <pc:sldMk cId="1905130438" sldId="273"/>
            <ac:cxnSpMk id="31" creationId="{1ACB31F3-98E6-BC69-1BF6-7D16C647A376}"/>
          </ac:cxnSpMkLst>
        </pc:cxnChg>
        <pc:cxnChg chg="add del">
          <ac:chgData name="Guest User" userId="" providerId="Windows Live" clId="Web-{266E543C-1003-42D2-BE99-FD13B6538721}" dt="2024-10-03T10:23:16.031" v="361"/>
          <ac:cxnSpMkLst>
            <pc:docMk/>
            <pc:sldMk cId="1905130438" sldId="273"/>
            <ac:cxnSpMk id="32" creationId="{B6D39C8A-CFF4-740E-7DF9-B694E78E6626}"/>
          </ac:cxnSpMkLst>
        </pc:cxnChg>
        <pc:cxnChg chg="add mod">
          <ac:chgData name="Guest User" userId="" providerId="Windows Live" clId="Web-{266E543C-1003-42D2-BE99-FD13B6538721}" dt="2024-10-03T10:29:50.547" v="391"/>
          <ac:cxnSpMkLst>
            <pc:docMk/>
            <pc:sldMk cId="1905130438" sldId="273"/>
            <ac:cxnSpMk id="33" creationId="{4AAAD303-88B9-DB0A-9B07-EC5E03FC2D96}"/>
          </ac:cxnSpMkLst>
        </pc:cxnChg>
        <pc:cxnChg chg="del mod">
          <ac:chgData name="Guest User" userId="" providerId="Windows Live" clId="Web-{266E543C-1003-42D2-BE99-FD13B6538721}" dt="2024-10-03T10:23:19.297" v="362"/>
          <ac:cxnSpMkLst>
            <pc:docMk/>
            <pc:sldMk cId="1905130438" sldId="273"/>
            <ac:cxnSpMk id="34" creationId="{FD6E17FE-AA31-1261-A381-242145F012A3}"/>
          </ac:cxnSpMkLst>
        </pc:cxnChg>
        <pc:cxnChg chg="add mod">
          <ac:chgData name="Guest User" userId="" providerId="Windows Live" clId="Web-{266E543C-1003-42D2-BE99-FD13B6538721}" dt="2024-10-03T10:25:17.250" v="375"/>
          <ac:cxnSpMkLst>
            <pc:docMk/>
            <pc:sldMk cId="1905130438" sldId="273"/>
            <ac:cxnSpMk id="35" creationId="{4BDACC6C-9FED-E4B4-21D9-489AD1F4C87A}"/>
          </ac:cxnSpMkLst>
        </pc:cxnChg>
        <pc:cxnChg chg="add mod">
          <ac:chgData name="Guest User" userId="" providerId="Windows Live" clId="Web-{266E543C-1003-42D2-BE99-FD13B6538721}" dt="2024-10-03T10:26:20.578" v="379" actId="14100"/>
          <ac:cxnSpMkLst>
            <pc:docMk/>
            <pc:sldMk cId="1905130438" sldId="273"/>
            <ac:cxnSpMk id="36" creationId="{EA685C24-D4EA-CED3-B2B0-E3DADD532BF8}"/>
          </ac:cxnSpMkLst>
        </pc:cxnChg>
        <pc:cxnChg chg="add mod">
          <ac:chgData name="Guest User" userId="" providerId="Windows Live" clId="Web-{266E543C-1003-42D2-BE99-FD13B6538721}" dt="2024-10-03T10:27:37.438" v="382" actId="14100"/>
          <ac:cxnSpMkLst>
            <pc:docMk/>
            <pc:sldMk cId="1905130438" sldId="273"/>
            <ac:cxnSpMk id="37" creationId="{E0EDEDCD-DBFF-DFFB-9F08-235F711028A4}"/>
          </ac:cxnSpMkLst>
        </pc:cxnChg>
        <pc:cxnChg chg="add mod">
          <ac:chgData name="Guest User" userId="" providerId="Windows Live" clId="Web-{266E543C-1003-42D2-BE99-FD13B6538721}" dt="2024-10-03T10:27:57.109" v="386" actId="14100"/>
          <ac:cxnSpMkLst>
            <pc:docMk/>
            <pc:sldMk cId="1905130438" sldId="273"/>
            <ac:cxnSpMk id="38" creationId="{14F54723-99E7-B070-5F4E-07CA55D3545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68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35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54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17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73E60-9CCE-3078-5E5A-BE9E3F63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D0B90-E60D-0BA1-5E44-31FDF50DC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9A624-8CF9-CC8D-249B-32DBC2D34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B1D26-5517-2668-BAEC-2D00CF69E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91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43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4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E9D6-3BFF-7140-FFCC-DF2D8978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0B2D8-2298-2AF1-76CB-6FB3B8C00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5229F-C9C6-2BB2-F3E4-F36ACE523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D585-2E31-4DDD-F0F4-1D893B43E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32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CB617-B8D0-83DB-8517-D7F63D18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2F2B8-AB79-F594-53BF-B586F9683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95A80-F8DA-D670-DB24-8F14F7511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7CD36-8A6E-C3D1-9360-9362D5838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28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27197-C989-EB78-157E-8B1423D3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435E0-B941-3C8E-3B36-038BE0664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577A7-9B7A-9AF3-24A5-BBDEF1E9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0BECA-50F9-82FE-1690-02A50B398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82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1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3708" y="2622701"/>
            <a:ext cx="6103448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K-dimensional Trees</a:t>
            </a:r>
            <a:endParaRPr lang="en-US" sz="6150"/>
          </a:p>
        </p:txBody>
      </p:sp>
      <p:sp>
        <p:nvSpPr>
          <p:cNvPr id="4" name="Text 1"/>
          <p:cNvSpPr/>
          <p:nvPr/>
        </p:nvSpPr>
        <p:spPr>
          <a:xfrm>
            <a:off x="215759" y="6616542"/>
            <a:ext cx="3565131" cy="153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>
                <a:solidFill>
                  <a:schemeClr val="bg1"/>
                </a:solidFill>
              </a:rPr>
              <a:t>Presented By :-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>
                <a:solidFill>
                  <a:schemeClr val="bg1"/>
                </a:solidFill>
              </a:rPr>
              <a:t>Riya J. Rathod      240160510041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>
                <a:solidFill>
                  <a:schemeClr val="bg1"/>
                </a:solidFill>
              </a:rPr>
              <a:t>Riya I. Senghani   240160510045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>
                <a:solidFill>
                  <a:schemeClr val="bg1"/>
                </a:solidFill>
              </a:rPr>
              <a:t>Juhi R. Thacker    240160510051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14916-1515-A5C8-D942-0ED2CE1968AA}"/>
              </a:ext>
            </a:extLst>
          </p:cNvPr>
          <p:cNvSpPr txBox="1"/>
          <p:nvPr/>
        </p:nvSpPr>
        <p:spPr>
          <a:xfrm>
            <a:off x="5130940" y="7316410"/>
            <a:ext cx="1856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Guided By :-</a:t>
            </a:r>
          </a:p>
          <a:p>
            <a:r>
              <a:rPr lang="en-IN" sz="2400">
                <a:solidFill>
                  <a:schemeClr val="bg1"/>
                </a:solidFill>
              </a:rPr>
              <a:t>Dr. Nipa Shah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3CA674-24D2-5B44-3A2A-B2739B6B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93" y="71919"/>
            <a:ext cx="7448165" cy="80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1789" y="541392"/>
            <a:ext cx="13366678" cy="108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 to K-dimensional Trees</a:t>
            </a:r>
            <a:endParaRPr lang="en-US" sz="6150" b="1"/>
          </a:p>
        </p:txBody>
      </p:sp>
      <p:sp>
        <p:nvSpPr>
          <p:cNvPr id="4" name="Text 1"/>
          <p:cNvSpPr/>
          <p:nvPr/>
        </p:nvSpPr>
        <p:spPr>
          <a:xfrm>
            <a:off x="611312" y="1892451"/>
            <a:ext cx="13366678" cy="5498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specialized data structure is used for organizing points in multi-dimensional space.</a:t>
            </a:r>
          </a:p>
          <a:p>
            <a:pPr marL="514350" indent="-5143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term 'k' represents the number of dimensions or attributes each data point possesses.</a:t>
            </a:r>
          </a:p>
          <a:p>
            <a:pPr marL="514350" indent="-5143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Each element in this structure stores a point with multiple coordinates, based on the value of 'k.’</a:t>
            </a:r>
          </a:p>
          <a:p>
            <a:pPr marL="514350" indent="-5143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structure alternates between different attributes when partitioning the data at each level.</a:t>
            </a:r>
          </a:p>
          <a:p>
            <a:pPr marL="514350" indent="-5143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is commonly applied for tasks like finding nearby points and conducting searches within a specified range.</a:t>
            </a:r>
          </a:p>
          <a:p>
            <a:pPr marL="514350" indent="-5143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hyperplane direction is chosen in the following way: every node in the tree is associated with one of the k dimensions, with the hyperplane perpendicular to that dimension's axis. As the number of dimensions increases, the structure's efficiency decreases due to the "curse of dimensionality."</a:t>
            </a:r>
            <a:endParaRPr lang="en-US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0BD6CA-C02E-0CCC-6A88-0CC8AAC49637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634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6494" y="762238"/>
            <a:ext cx="7643813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 of  K-dimensional Trees</a:t>
            </a:r>
            <a:endParaRPr lang="en-US" sz="4200" b="1"/>
          </a:p>
        </p:txBody>
      </p:sp>
      <p:sp>
        <p:nvSpPr>
          <p:cNvPr id="4" name="Shape 1"/>
          <p:cNvSpPr/>
          <p:nvPr/>
        </p:nvSpPr>
        <p:spPr>
          <a:xfrm>
            <a:off x="6236494" y="2664262"/>
            <a:ext cx="482203" cy="482203"/>
          </a:xfrm>
          <a:prstGeom prst="roundRect">
            <a:avLst>
              <a:gd name="adj" fmla="val 186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3896" y="2744629"/>
            <a:ext cx="14739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500"/>
          </a:p>
        </p:txBody>
      </p:sp>
      <p:sp>
        <p:nvSpPr>
          <p:cNvPr id="6" name="Text 3"/>
          <p:cNvSpPr/>
          <p:nvPr/>
        </p:nvSpPr>
        <p:spPr>
          <a:xfrm>
            <a:off x="6933009" y="2664262"/>
            <a:ext cx="3018234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Efficient Spatial Queries</a:t>
            </a:r>
            <a:endParaRPr lang="en-US" sz="2100" b="1"/>
          </a:p>
        </p:txBody>
      </p:sp>
      <p:sp>
        <p:nvSpPr>
          <p:cNvPr id="7" name="Text 4"/>
          <p:cNvSpPr/>
          <p:nvPr/>
        </p:nvSpPr>
        <p:spPr>
          <a:xfrm>
            <a:off x="6933009" y="3462457"/>
            <a:ext cx="301823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sz="16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excel at performing spatial queries, such as finding the nearest neighbor or retrieving all points within a given range.</a:t>
            </a:r>
            <a:endParaRPr lang="en-US" sz="1650" b="1"/>
          </a:p>
        </p:txBody>
      </p:sp>
      <p:sp>
        <p:nvSpPr>
          <p:cNvPr id="8" name="Shape 5"/>
          <p:cNvSpPr/>
          <p:nvPr/>
        </p:nvSpPr>
        <p:spPr>
          <a:xfrm>
            <a:off x="10165556" y="2664262"/>
            <a:ext cx="482203" cy="482203"/>
          </a:xfrm>
          <a:prstGeom prst="roundRect">
            <a:avLst>
              <a:gd name="adj" fmla="val 186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09146" y="2744629"/>
            <a:ext cx="19490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500"/>
          </a:p>
        </p:txBody>
      </p:sp>
      <p:sp>
        <p:nvSpPr>
          <p:cNvPr id="10" name="Text 7"/>
          <p:cNvSpPr/>
          <p:nvPr/>
        </p:nvSpPr>
        <p:spPr>
          <a:xfrm>
            <a:off x="10862072" y="2664262"/>
            <a:ext cx="3018234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High-Dimensional Data</a:t>
            </a:r>
            <a:endParaRPr lang="en-US" sz="2100" b="1"/>
          </a:p>
        </p:txBody>
      </p:sp>
      <p:sp>
        <p:nvSpPr>
          <p:cNvPr id="11" name="Text 8"/>
          <p:cNvSpPr/>
          <p:nvPr/>
        </p:nvSpPr>
        <p:spPr>
          <a:xfrm>
            <a:off x="10862072" y="3462457"/>
            <a:ext cx="301823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sz="16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They can effectively handle data with multiple dimensions, which is common in many application domains like computer vision and machine learning.</a:t>
            </a:r>
            <a:endParaRPr lang="en-US" sz="1650" b="1"/>
          </a:p>
        </p:txBody>
      </p:sp>
      <p:sp>
        <p:nvSpPr>
          <p:cNvPr id="12" name="Shape 9"/>
          <p:cNvSpPr/>
          <p:nvPr/>
        </p:nvSpPr>
        <p:spPr>
          <a:xfrm>
            <a:off x="6236494" y="5975271"/>
            <a:ext cx="482203" cy="482203"/>
          </a:xfrm>
          <a:prstGeom prst="roundRect">
            <a:avLst>
              <a:gd name="adj" fmla="val 186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8775" y="6055638"/>
            <a:ext cx="17752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500"/>
          </a:p>
        </p:txBody>
      </p:sp>
      <p:sp>
        <p:nvSpPr>
          <p:cNvPr id="14" name="Text 11"/>
          <p:cNvSpPr/>
          <p:nvPr/>
        </p:nvSpPr>
        <p:spPr>
          <a:xfrm>
            <a:off x="6933009" y="5975271"/>
            <a:ext cx="286083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Reduced Search Space</a:t>
            </a:r>
            <a:endParaRPr lang="en-US" sz="2100" b="1"/>
          </a:p>
        </p:txBody>
      </p:sp>
      <p:sp>
        <p:nvSpPr>
          <p:cNvPr id="15" name="Text 12"/>
          <p:cNvSpPr/>
          <p:nvPr/>
        </p:nvSpPr>
        <p:spPr>
          <a:xfrm>
            <a:off x="6933009" y="6438662"/>
            <a:ext cx="694729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sz="16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recursively partition the search space, allowing for quick elimination of irrelevant regions and faster query processing.</a:t>
            </a:r>
            <a:endParaRPr lang="en-US" sz="165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9FE154-C98B-9403-243B-C8289F7CA85A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84696"/>
            <a:ext cx="103246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5550"/>
              </a:lnSpc>
              <a:buNone/>
            </a:pPr>
            <a:r>
              <a:rPr lang="en-US" sz="445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Fundamentals of K-dimensional Trees</a:t>
            </a:r>
            <a:endParaRPr lang="en-US" sz="4450" b="1"/>
          </a:p>
        </p:txBody>
      </p:sp>
      <p:sp>
        <p:nvSpPr>
          <p:cNvPr id="3" name="Text 1"/>
          <p:cNvSpPr/>
          <p:nvPr/>
        </p:nvSpPr>
        <p:spPr>
          <a:xfrm>
            <a:off x="793790" y="4336125"/>
            <a:ext cx="2945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Binary Tree Structure</a:t>
            </a:r>
            <a:endParaRPr lang="en-US" sz="2200" b="1"/>
          </a:p>
        </p:txBody>
      </p:sp>
      <p:sp>
        <p:nvSpPr>
          <p:cNvPr id="4" name="Text 2"/>
          <p:cNvSpPr/>
          <p:nvPr/>
        </p:nvSpPr>
        <p:spPr>
          <a:xfrm>
            <a:off x="793790" y="5329714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are a type of binary search tree, where each node represents a data point in the k-dimensional space.</a:t>
            </a:r>
            <a:endParaRPr lang="en-US" sz="1750" b="1"/>
          </a:p>
        </p:txBody>
      </p:sp>
      <p:sp>
        <p:nvSpPr>
          <p:cNvPr id="5" name="Text 3"/>
          <p:cNvSpPr/>
          <p:nvPr/>
        </p:nvSpPr>
        <p:spPr>
          <a:xfrm>
            <a:off x="5415121" y="4335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Splitting Dimensions</a:t>
            </a:r>
            <a:endParaRPr lang="en-US" sz="2200" b="1"/>
          </a:p>
        </p:txBody>
      </p:sp>
      <p:sp>
        <p:nvSpPr>
          <p:cNvPr id="6" name="Text 4"/>
          <p:cNvSpPr/>
          <p:nvPr/>
        </p:nvSpPr>
        <p:spPr>
          <a:xfrm>
            <a:off x="5332928" y="5329714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At each level of the tree, the data is split along a different dimension, creating a hierarchical partitioning of the space.</a:t>
            </a:r>
            <a:endParaRPr lang="en-US" sz="1750" b="1"/>
          </a:p>
        </p:txBody>
      </p:sp>
      <p:sp>
        <p:nvSpPr>
          <p:cNvPr id="7" name="Text 5"/>
          <p:cNvSpPr/>
          <p:nvPr/>
        </p:nvSpPr>
        <p:spPr>
          <a:xfrm>
            <a:off x="10015905" y="43361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Efficient Queries</a:t>
            </a:r>
            <a:endParaRPr lang="en-US" sz="2200" b="1"/>
          </a:p>
        </p:txBody>
      </p:sp>
      <p:sp>
        <p:nvSpPr>
          <p:cNvPr id="8" name="Text 6"/>
          <p:cNvSpPr/>
          <p:nvPr/>
        </p:nvSpPr>
        <p:spPr>
          <a:xfrm>
            <a:off x="10015905" y="5329714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tree structure allows for efficient nearest neighbor searches and range queries by quickly eliminating irrelevant regions.</a:t>
            </a:r>
            <a:endParaRPr lang="en-US" sz="1750" b="1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CEC6DB3-1E02-2B39-FD6E-F49C301D0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4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8BD0BC-FAA2-B9D2-1C75-B41342BE165D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64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947" y="3128486"/>
            <a:ext cx="9205913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Construction of a K-dimensional Tree</a:t>
            </a:r>
            <a:endParaRPr lang="en-US" sz="4000"/>
          </a:p>
        </p:txBody>
      </p:sp>
      <p:sp>
        <p:nvSpPr>
          <p:cNvPr id="4" name="Shape 1"/>
          <p:cNvSpPr/>
          <p:nvPr/>
        </p:nvSpPr>
        <p:spPr>
          <a:xfrm>
            <a:off x="7303770" y="4077295"/>
            <a:ext cx="22860" cy="3590092"/>
          </a:xfrm>
          <a:prstGeom prst="roundRect">
            <a:avLst>
              <a:gd name="adj" fmla="val 376930"/>
            </a:avLst>
          </a:prstGeom>
          <a:solidFill>
            <a:srgbClr val="414A70"/>
          </a:solidFill>
          <a:ln/>
        </p:spPr>
      </p:sp>
      <p:sp>
        <p:nvSpPr>
          <p:cNvPr id="5" name="Shape 2"/>
          <p:cNvSpPr/>
          <p:nvPr/>
        </p:nvSpPr>
        <p:spPr>
          <a:xfrm>
            <a:off x="6389370" y="4527352"/>
            <a:ext cx="717947" cy="22860"/>
          </a:xfrm>
          <a:prstGeom prst="roundRect">
            <a:avLst>
              <a:gd name="adj" fmla="val 376930"/>
            </a:avLst>
          </a:prstGeom>
          <a:solidFill>
            <a:srgbClr val="414A70"/>
          </a:solidFill>
          <a:ln/>
        </p:spPr>
      </p:sp>
      <p:sp>
        <p:nvSpPr>
          <p:cNvPr id="6" name="Shape 3"/>
          <p:cNvSpPr/>
          <p:nvPr/>
        </p:nvSpPr>
        <p:spPr>
          <a:xfrm>
            <a:off x="7084457" y="4308038"/>
            <a:ext cx="461486" cy="461486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44596" y="4384834"/>
            <a:ext cx="14108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2602706" y="4282440"/>
            <a:ext cx="3584138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Selecting the Split Dimension</a:t>
            </a:r>
            <a:endParaRPr lang="en-US" sz="2000" b="1"/>
          </a:p>
        </p:txBody>
      </p:sp>
      <p:sp>
        <p:nvSpPr>
          <p:cNvPr id="9" name="Text 6"/>
          <p:cNvSpPr/>
          <p:nvPr/>
        </p:nvSpPr>
        <p:spPr>
          <a:xfrm>
            <a:off x="717947" y="4725948"/>
            <a:ext cx="5468898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dimension with the largest variance is chosen to split the data at each node.</a:t>
            </a:r>
            <a:endParaRPr lang="en-US" sz="1600" b="1"/>
          </a:p>
        </p:txBody>
      </p:sp>
      <p:sp>
        <p:nvSpPr>
          <p:cNvPr id="10" name="Shape 7"/>
          <p:cNvSpPr/>
          <p:nvPr/>
        </p:nvSpPr>
        <p:spPr>
          <a:xfrm>
            <a:off x="7523083" y="5553075"/>
            <a:ext cx="717947" cy="22860"/>
          </a:xfrm>
          <a:prstGeom prst="roundRect">
            <a:avLst>
              <a:gd name="adj" fmla="val 376930"/>
            </a:avLst>
          </a:prstGeom>
          <a:solidFill>
            <a:srgbClr val="414A70"/>
          </a:solidFill>
          <a:ln/>
        </p:spPr>
      </p:sp>
      <p:sp>
        <p:nvSpPr>
          <p:cNvPr id="11" name="Shape 8"/>
          <p:cNvSpPr/>
          <p:nvPr/>
        </p:nvSpPr>
        <p:spPr>
          <a:xfrm>
            <a:off x="7084457" y="5333762"/>
            <a:ext cx="461486" cy="461486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1974" y="5410557"/>
            <a:ext cx="18645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443555" y="5308163"/>
            <a:ext cx="2569488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Partitioning the Data</a:t>
            </a:r>
            <a:endParaRPr lang="en-US" sz="2000" b="1"/>
          </a:p>
        </p:txBody>
      </p:sp>
      <p:sp>
        <p:nvSpPr>
          <p:cNvPr id="14" name="Text 11"/>
          <p:cNvSpPr/>
          <p:nvPr/>
        </p:nvSpPr>
        <p:spPr>
          <a:xfrm>
            <a:off x="8443555" y="5751671"/>
            <a:ext cx="5468898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data is divided into two halves based on the median value in the selected dimension.</a:t>
            </a:r>
            <a:endParaRPr lang="en-US" sz="1600" b="1"/>
          </a:p>
        </p:txBody>
      </p:sp>
      <p:sp>
        <p:nvSpPr>
          <p:cNvPr id="15" name="Shape 12"/>
          <p:cNvSpPr/>
          <p:nvPr/>
        </p:nvSpPr>
        <p:spPr>
          <a:xfrm>
            <a:off x="6389370" y="6476167"/>
            <a:ext cx="717947" cy="22860"/>
          </a:xfrm>
          <a:prstGeom prst="roundRect">
            <a:avLst>
              <a:gd name="adj" fmla="val 376930"/>
            </a:avLst>
          </a:prstGeom>
          <a:solidFill>
            <a:srgbClr val="414A70"/>
          </a:solidFill>
          <a:ln/>
        </p:spPr>
      </p:sp>
      <p:sp>
        <p:nvSpPr>
          <p:cNvPr id="16" name="Shape 13"/>
          <p:cNvSpPr/>
          <p:nvPr/>
        </p:nvSpPr>
        <p:spPr>
          <a:xfrm>
            <a:off x="7084457" y="6256853"/>
            <a:ext cx="461486" cy="461486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30189" y="6333649"/>
            <a:ext cx="16990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3483888" y="6231255"/>
            <a:ext cx="270295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Recursive Subdivision</a:t>
            </a:r>
            <a:endParaRPr lang="en-US" sz="2000" b="1"/>
          </a:p>
        </p:txBody>
      </p:sp>
      <p:sp>
        <p:nvSpPr>
          <p:cNvPr id="19" name="Text 16"/>
          <p:cNvSpPr/>
          <p:nvPr/>
        </p:nvSpPr>
        <p:spPr>
          <a:xfrm>
            <a:off x="717947" y="6674763"/>
            <a:ext cx="5468898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process is repeated recursively for the left and right subtrees, creating a hierarchical structure.</a:t>
            </a:r>
            <a:endParaRPr lang="en-US" sz="16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6C811-BA1D-79A2-087E-609CACF0DDBF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661" y="560784"/>
            <a:ext cx="7716679" cy="127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Advantages of K-dimensional Trees</a:t>
            </a:r>
            <a:endParaRPr lang="en-US" sz="4000" b="1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61" y="2141101"/>
            <a:ext cx="509707" cy="5097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661" y="2854643"/>
            <a:ext cx="294477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Efficient Spatial Queries</a:t>
            </a:r>
            <a:endParaRPr lang="en-US" sz="2000" b="1"/>
          </a:p>
        </p:txBody>
      </p:sp>
      <p:sp>
        <p:nvSpPr>
          <p:cNvPr id="6" name="Text 2"/>
          <p:cNvSpPr/>
          <p:nvPr/>
        </p:nvSpPr>
        <p:spPr>
          <a:xfrm>
            <a:off x="713661" y="3295531"/>
            <a:ext cx="3705344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enable fast nearest neighbor searches and range queries by quickly eliminating irrelevant regions.</a:t>
            </a:r>
            <a:endParaRPr lang="en-US" sz="1600" b="1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876" y="2141101"/>
            <a:ext cx="509707" cy="5097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24876" y="2854643"/>
            <a:ext cx="288333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High-Dimensional Data</a:t>
            </a:r>
            <a:endParaRPr lang="en-US" sz="2000" b="1"/>
          </a:p>
        </p:txBody>
      </p:sp>
      <p:sp>
        <p:nvSpPr>
          <p:cNvPr id="9" name="Text 4"/>
          <p:cNvSpPr/>
          <p:nvPr/>
        </p:nvSpPr>
        <p:spPr>
          <a:xfrm>
            <a:off x="4724876" y="3295531"/>
            <a:ext cx="3705463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They excel at organizing and querying data with multiple dimensions, which is common in many applications.</a:t>
            </a:r>
            <a:endParaRPr lang="en-US" sz="1600" b="1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61" y="5212199"/>
            <a:ext cx="509707" cy="5097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661" y="5925741"/>
            <a:ext cx="2549009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Scalability</a:t>
            </a:r>
            <a:endParaRPr lang="en-US" sz="2000" b="1"/>
          </a:p>
        </p:txBody>
      </p:sp>
      <p:sp>
        <p:nvSpPr>
          <p:cNvPr id="12" name="Text 6"/>
          <p:cNvSpPr/>
          <p:nvPr/>
        </p:nvSpPr>
        <p:spPr>
          <a:xfrm>
            <a:off x="713661" y="6366629"/>
            <a:ext cx="3705344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tree structure allows for efficient insertion and deletion of data points, making it scalable.</a:t>
            </a:r>
            <a:endParaRPr lang="en-US" sz="1600" b="1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876" y="5212199"/>
            <a:ext cx="509707" cy="5097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24876" y="5925741"/>
            <a:ext cx="2549009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</a:t>
            </a:r>
            <a:endParaRPr lang="en-US" sz="2000" b="1"/>
          </a:p>
        </p:txBody>
      </p:sp>
      <p:sp>
        <p:nvSpPr>
          <p:cNvPr id="15" name="Text 8"/>
          <p:cNvSpPr/>
          <p:nvPr/>
        </p:nvSpPr>
        <p:spPr>
          <a:xfrm>
            <a:off x="4724876" y="6366629"/>
            <a:ext cx="3705463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provide a natural way to visualize and explore high-dimensional data through their hierarchical structure.</a:t>
            </a:r>
            <a:endParaRPr lang="en-US" sz="1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260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Limitations and Challenges of K-dimensional Trees</a:t>
            </a:r>
            <a:endParaRPr lang="en-US" sz="4450" b="1"/>
          </a:p>
        </p:txBody>
      </p:sp>
      <p:sp>
        <p:nvSpPr>
          <p:cNvPr id="3" name="Text 1"/>
          <p:cNvSpPr/>
          <p:nvPr/>
        </p:nvSpPr>
        <p:spPr>
          <a:xfrm>
            <a:off x="793790" y="3807143"/>
            <a:ext cx="32636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Curse of Dimensionality</a:t>
            </a:r>
            <a:endParaRPr lang="en-US" sz="2200" b="1"/>
          </a:p>
        </p:txBody>
      </p:sp>
      <p:sp>
        <p:nvSpPr>
          <p:cNvPr id="4" name="Text 2"/>
          <p:cNvSpPr/>
          <p:nvPr/>
        </p:nvSpPr>
        <p:spPr>
          <a:xfrm>
            <a:off x="793790" y="438828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performance of K-d trees can degrade as the number of dimensions increases, a phenomenon known as the "curse of dimensionality."</a:t>
            </a:r>
            <a:endParaRPr lang="en-US" sz="1750" b="1" dirty="0"/>
          </a:p>
        </p:txBody>
      </p:sp>
      <p:sp>
        <p:nvSpPr>
          <p:cNvPr id="5" name="Text 3"/>
          <p:cNvSpPr/>
          <p:nvPr/>
        </p:nvSpPr>
        <p:spPr>
          <a:xfrm>
            <a:off x="5332928" y="3807143"/>
            <a:ext cx="28995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Balancing Challenges</a:t>
            </a:r>
            <a:endParaRPr lang="en-US" sz="2200" b="1"/>
          </a:p>
        </p:txBody>
      </p:sp>
      <p:sp>
        <p:nvSpPr>
          <p:cNvPr id="6" name="Text 4"/>
          <p:cNvSpPr/>
          <p:nvPr/>
        </p:nvSpPr>
        <p:spPr>
          <a:xfrm>
            <a:off x="5332928" y="438828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Maintaining a well-balanced tree can be challenging, especially when dealing with unevenly distributed data or frequent insertions and deletions.</a:t>
            </a:r>
            <a:endParaRPr lang="en-US" sz="1750" b="1"/>
          </a:p>
        </p:txBody>
      </p:sp>
      <p:sp>
        <p:nvSpPr>
          <p:cNvPr id="7" name="Text 5"/>
          <p:cNvSpPr/>
          <p:nvPr/>
        </p:nvSpPr>
        <p:spPr>
          <a:xfrm>
            <a:off x="9872067" y="3807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Memory Footprint</a:t>
            </a:r>
            <a:endParaRPr lang="en-US" sz="2200" b="1"/>
          </a:p>
        </p:txBody>
      </p:sp>
      <p:sp>
        <p:nvSpPr>
          <p:cNvPr id="8" name="Text 6"/>
          <p:cNvSpPr/>
          <p:nvPr/>
        </p:nvSpPr>
        <p:spPr>
          <a:xfrm>
            <a:off x="9872067" y="438828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tree structure can consume a significant amount of memory, especially for large datasets or high-dimensional data.</a:t>
            </a:r>
            <a:endParaRPr lang="en-US" sz="175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F8D6C-B9A4-B66F-934D-572470F844CA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252" y="893683"/>
            <a:ext cx="7704296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Applications of K-dimensional Trees</a:t>
            </a:r>
            <a:endParaRPr lang="en-US" sz="4000" b="1"/>
          </a:p>
        </p:txBody>
      </p:sp>
      <p:sp>
        <p:nvSpPr>
          <p:cNvPr id="4" name="Shape 1"/>
          <p:cNvSpPr/>
          <p:nvPr/>
        </p:nvSpPr>
        <p:spPr>
          <a:xfrm>
            <a:off x="6206252" y="2718911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6867" y="2796064"/>
            <a:ext cx="141446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6874669" y="2718911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Computer Vision</a:t>
            </a:r>
            <a:endParaRPr lang="en-US" sz="2000" b="1"/>
          </a:p>
        </p:txBody>
      </p:sp>
      <p:sp>
        <p:nvSpPr>
          <p:cNvPr id="7" name="Text 4"/>
          <p:cNvSpPr/>
          <p:nvPr/>
        </p:nvSpPr>
        <p:spPr>
          <a:xfrm>
            <a:off x="6874669" y="3163491"/>
            <a:ext cx="3080980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are used for efficient nearest neighbor searches in image processing and object recognition tasks.</a:t>
            </a:r>
            <a:endParaRPr lang="en-US" sz="1600" b="1"/>
          </a:p>
        </p:txBody>
      </p:sp>
      <p:sp>
        <p:nvSpPr>
          <p:cNvPr id="8" name="Shape 5"/>
          <p:cNvSpPr/>
          <p:nvPr/>
        </p:nvSpPr>
        <p:spPr>
          <a:xfrm>
            <a:off x="10161270" y="2718911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99144" y="2796064"/>
            <a:ext cx="186928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10829687" y="2718911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Spatial Databases</a:t>
            </a:r>
            <a:endParaRPr lang="en-US" sz="2000" b="1"/>
          </a:p>
        </p:txBody>
      </p:sp>
      <p:sp>
        <p:nvSpPr>
          <p:cNvPr id="11" name="Text 8"/>
          <p:cNvSpPr/>
          <p:nvPr/>
        </p:nvSpPr>
        <p:spPr>
          <a:xfrm>
            <a:off x="10829687" y="3163491"/>
            <a:ext cx="3080980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They are employed in spatial databases to handle queries involving location-based data, such as geographic information systems.</a:t>
            </a:r>
            <a:endParaRPr lang="en-US" sz="1600" b="1"/>
          </a:p>
        </p:txBody>
      </p:sp>
      <p:sp>
        <p:nvSpPr>
          <p:cNvPr id="12" name="Shape 9"/>
          <p:cNvSpPr/>
          <p:nvPr/>
        </p:nvSpPr>
        <p:spPr>
          <a:xfrm>
            <a:off x="6206252" y="5245894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2461" y="5323046"/>
            <a:ext cx="170259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6874669" y="5245894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Machine Learning</a:t>
            </a:r>
            <a:endParaRPr lang="en-US" sz="2000" b="1"/>
          </a:p>
        </p:txBody>
      </p:sp>
      <p:sp>
        <p:nvSpPr>
          <p:cNvPr id="15" name="Text 12"/>
          <p:cNvSpPr/>
          <p:nvPr/>
        </p:nvSpPr>
        <p:spPr>
          <a:xfrm>
            <a:off x="6874669" y="5690473"/>
            <a:ext cx="3080980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are leveraged for data partitioning and nearest neighbor searches in various machine learning algorithms.</a:t>
            </a:r>
            <a:endParaRPr lang="en-US" sz="1600" b="1"/>
          </a:p>
        </p:txBody>
      </p:sp>
      <p:sp>
        <p:nvSpPr>
          <p:cNvPr id="16" name="Shape 13"/>
          <p:cNvSpPr/>
          <p:nvPr/>
        </p:nvSpPr>
        <p:spPr>
          <a:xfrm>
            <a:off x="10161270" y="5245894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98311" y="5323046"/>
            <a:ext cx="18859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10829687" y="5245894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Robotics</a:t>
            </a:r>
            <a:endParaRPr lang="en-US" sz="2000" b="1"/>
          </a:p>
        </p:txBody>
      </p:sp>
      <p:sp>
        <p:nvSpPr>
          <p:cNvPr id="19" name="Text 16"/>
          <p:cNvSpPr/>
          <p:nvPr/>
        </p:nvSpPr>
        <p:spPr>
          <a:xfrm>
            <a:off x="10829687" y="5690473"/>
            <a:ext cx="3080980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They are used in robotic path planning and collision detection algorithms to efficiently navigate through complex environments.</a:t>
            </a:r>
            <a:endParaRPr lang="en-US" sz="1600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9ABFCB-16DC-A2FF-D324-B2E06C3ACDC2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0423" y="592455"/>
            <a:ext cx="7635954" cy="134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3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Insertion in a K-dimensional Tree</a:t>
            </a:r>
            <a:endParaRPr lang="en-US" sz="4200" b="1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423" y="2262188"/>
            <a:ext cx="1077278" cy="19309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0836" y="2477572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Traverse the Tree</a:t>
            </a:r>
            <a:endParaRPr lang="en-US" sz="2100" b="1"/>
          </a:p>
        </p:txBody>
      </p:sp>
      <p:sp>
        <p:nvSpPr>
          <p:cNvPr id="6" name="Text 2"/>
          <p:cNvSpPr/>
          <p:nvPr/>
        </p:nvSpPr>
        <p:spPr>
          <a:xfrm>
            <a:off x="7640836" y="2943344"/>
            <a:ext cx="623554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Start at the root and recursively traverse the tree, comparing the new point's coordinates to the split values at each node.</a:t>
            </a:r>
            <a:endParaRPr lang="en-US" sz="1650" b="1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23" y="4193143"/>
            <a:ext cx="1077278" cy="17235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0836" y="4408527"/>
            <a:ext cx="304478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Find the Insertion Point</a:t>
            </a:r>
            <a:endParaRPr lang="en-US" sz="2100" b="1"/>
          </a:p>
        </p:txBody>
      </p:sp>
      <p:sp>
        <p:nvSpPr>
          <p:cNvPr id="9" name="Text 4"/>
          <p:cNvSpPr/>
          <p:nvPr/>
        </p:nvSpPr>
        <p:spPr>
          <a:xfrm>
            <a:off x="7640836" y="4874300"/>
            <a:ext cx="623554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Once the appropriate leaf node is reached, the new point is inserted as a child of that node.</a:t>
            </a:r>
            <a:endParaRPr lang="en-US" sz="1650" b="1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423" y="5916692"/>
            <a:ext cx="1077278" cy="17235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0836" y="6132076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Maintain Balance</a:t>
            </a:r>
            <a:endParaRPr lang="en-US" sz="2100" b="1"/>
          </a:p>
        </p:txBody>
      </p:sp>
      <p:sp>
        <p:nvSpPr>
          <p:cNvPr id="12" name="Text 6"/>
          <p:cNvSpPr/>
          <p:nvPr/>
        </p:nvSpPr>
        <p:spPr>
          <a:xfrm>
            <a:off x="7640836" y="6597848"/>
            <a:ext cx="623554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Balancing the tree may be necessary to ensure efficient performance for future queries.</a:t>
            </a:r>
            <a:endParaRPr lang="en-US" sz="165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14D01-446B-F319-EC81-2AAEC9B47E54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275" y="260330"/>
            <a:ext cx="9819415" cy="77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Example of K-D Tree(k=2) </a:t>
            </a:r>
            <a:endParaRPr lang="en-US" sz="4450" b="1" dirty="0"/>
          </a:p>
        </p:txBody>
      </p:sp>
      <p:sp>
        <p:nvSpPr>
          <p:cNvPr id="7" name="Text 5"/>
          <p:cNvSpPr/>
          <p:nvPr/>
        </p:nvSpPr>
        <p:spPr>
          <a:xfrm>
            <a:off x="362275" y="1323558"/>
            <a:ext cx="66179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>
                <a:solidFill>
                  <a:srgbClr val="FFFFFF"/>
                </a:solidFill>
                <a:latin typeface="Fraunces Medium" pitchFamily="34" charset="0"/>
              </a:rPr>
              <a:t>(6,2),(7,1),(2,9),(3,6),(4,8),(8,4),(5,3),(1,5),(9,5)</a:t>
            </a:r>
            <a:endParaRPr lang="en-US" sz="28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F8D6C-B9A4-B66F-934D-572470F844CA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12B381-350D-5094-8B25-42BAC5F7AD79}"/>
              </a:ext>
            </a:extLst>
          </p:cNvPr>
          <p:cNvSpPr/>
          <p:nvPr/>
        </p:nvSpPr>
        <p:spPr>
          <a:xfrm>
            <a:off x="5907643" y="2137026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6,2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57FFE0-2E4D-F781-7B9A-63C19A942F50}"/>
              </a:ext>
            </a:extLst>
          </p:cNvPr>
          <p:cNvSpPr/>
          <p:nvPr/>
        </p:nvSpPr>
        <p:spPr>
          <a:xfrm>
            <a:off x="4654197" y="3169578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2,9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B34DA5-C210-2135-98E2-B15825DD2BE9}"/>
              </a:ext>
            </a:extLst>
          </p:cNvPr>
          <p:cNvSpPr/>
          <p:nvPr/>
        </p:nvSpPr>
        <p:spPr>
          <a:xfrm>
            <a:off x="3400751" y="4156965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3,6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BF218E-8DCB-E4AB-EF14-372F2BFCE176}"/>
              </a:ext>
            </a:extLst>
          </p:cNvPr>
          <p:cNvSpPr/>
          <p:nvPr/>
        </p:nvSpPr>
        <p:spPr>
          <a:xfrm>
            <a:off x="2196109" y="5216400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1,5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B73A9B-7DBB-BAEF-5851-117C55E6C961}"/>
              </a:ext>
            </a:extLst>
          </p:cNvPr>
          <p:cNvSpPr/>
          <p:nvPr/>
        </p:nvSpPr>
        <p:spPr>
          <a:xfrm>
            <a:off x="4703797" y="5191295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4,8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65301E-9A6B-0A52-E036-F622E166E7E6}"/>
              </a:ext>
            </a:extLst>
          </p:cNvPr>
          <p:cNvSpPr/>
          <p:nvPr/>
        </p:nvSpPr>
        <p:spPr>
          <a:xfrm>
            <a:off x="3650705" y="6317571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5,3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F324D4-93F7-4CA4-A2DF-C7F17F8AE7B5}"/>
              </a:ext>
            </a:extLst>
          </p:cNvPr>
          <p:cNvSpPr/>
          <p:nvPr/>
        </p:nvSpPr>
        <p:spPr>
          <a:xfrm>
            <a:off x="7279927" y="3190919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7,1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9BD087D-2996-31AC-BEB5-E17C8A800BA6}"/>
              </a:ext>
            </a:extLst>
          </p:cNvPr>
          <p:cNvSpPr/>
          <p:nvPr/>
        </p:nvSpPr>
        <p:spPr>
          <a:xfrm>
            <a:off x="8417798" y="4429054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8,4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EC6508-199C-3D9C-CF6D-A77315824314}"/>
              </a:ext>
            </a:extLst>
          </p:cNvPr>
          <p:cNvSpPr/>
          <p:nvPr/>
        </p:nvSpPr>
        <p:spPr>
          <a:xfrm>
            <a:off x="9609079" y="5645926"/>
            <a:ext cx="1253446" cy="9452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9,5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B30E3A-6137-01F9-4AA1-30035C31CD47}"/>
              </a:ext>
            </a:extLst>
          </p:cNvPr>
          <p:cNvCxnSpPr>
            <a:stCxn id="10" idx="3"/>
            <a:endCxn id="13" idx="7"/>
          </p:cNvCxnSpPr>
          <p:nvPr/>
        </p:nvCxnSpPr>
        <p:spPr>
          <a:xfrm flipH="1">
            <a:off x="5724080" y="2943823"/>
            <a:ext cx="367126" cy="3641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595944-1BBC-69C3-FFA0-D18C2151772A}"/>
              </a:ext>
            </a:extLst>
          </p:cNvPr>
          <p:cNvCxnSpPr/>
          <p:nvPr/>
        </p:nvCxnSpPr>
        <p:spPr>
          <a:xfrm flipH="1">
            <a:off x="4502134" y="4001656"/>
            <a:ext cx="367126" cy="3641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6634F5-ACCB-A3B7-D731-A2018ACAF8CD}"/>
              </a:ext>
            </a:extLst>
          </p:cNvPr>
          <p:cNvCxnSpPr/>
          <p:nvPr/>
        </p:nvCxnSpPr>
        <p:spPr>
          <a:xfrm flipH="1">
            <a:off x="3283579" y="5009205"/>
            <a:ext cx="367126" cy="3641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A91738-39DB-79DF-5041-4FD4800A9ADB}"/>
              </a:ext>
            </a:extLst>
          </p:cNvPr>
          <p:cNvCxnSpPr>
            <a:cxnSpLocks/>
          </p:cNvCxnSpPr>
          <p:nvPr/>
        </p:nvCxnSpPr>
        <p:spPr>
          <a:xfrm>
            <a:off x="4453843" y="4990820"/>
            <a:ext cx="404126" cy="38256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B4169-7FAF-F208-FB26-4BCED545AAEC}"/>
              </a:ext>
            </a:extLst>
          </p:cNvPr>
          <p:cNvCxnSpPr/>
          <p:nvPr/>
        </p:nvCxnSpPr>
        <p:spPr>
          <a:xfrm flipH="1">
            <a:off x="4654197" y="6064876"/>
            <a:ext cx="367126" cy="3641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E605F5-5D46-8006-6D67-EC022F1C55BC}"/>
              </a:ext>
            </a:extLst>
          </p:cNvPr>
          <p:cNvCxnSpPr>
            <a:cxnSpLocks/>
          </p:cNvCxnSpPr>
          <p:nvPr/>
        </p:nvCxnSpPr>
        <p:spPr>
          <a:xfrm>
            <a:off x="7096364" y="2841944"/>
            <a:ext cx="465416" cy="46605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88F1D1-AE14-2251-01BD-9E9BAB62A1D3}"/>
              </a:ext>
            </a:extLst>
          </p:cNvPr>
          <p:cNvCxnSpPr>
            <a:cxnSpLocks/>
          </p:cNvCxnSpPr>
          <p:nvPr/>
        </p:nvCxnSpPr>
        <p:spPr>
          <a:xfrm>
            <a:off x="8318310" y="4008507"/>
            <a:ext cx="465416" cy="46605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69A90F-EBE9-2C0C-4FCD-4C1C566AB297}"/>
              </a:ext>
            </a:extLst>
          </p:cNvPr>
          <p:cNvCxnSpPr>
            <a:cxnSpLocks/>
          </p:cNvCxnSpPr>
          <p:nvPr/>
        </p:nvCxnSpPr>
        <p:spPr>
          <a:xfrm>
            <a:off x="9461051" y="5262937"/>
            <a:ext cx="465416" cy="46605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103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275" y="260330"/>
            <a:ext cx="9819415" cy="77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Example of K-D Tree(k=3) </a:t>
            </a:r>
            <a:endParaRPr lang="en-US" sz="4450" b="1" dirty="0"/>
          </a:p>
        </p:txBody>
      </p:sp>
      <p:sp>
        <p:nvSpPr>
          <p:cNvPr id="7" name="Text 5"/>
          <p:cNvSpPr/>
          <p:nvPr/>
        </p:nvSpPr>
        <p:spPr>
          <a:xfrm>
            <a:off x="263331" y="1126604"/>
            <a:ext cx="141037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Fraunces Medium" pitchFamily="34" charset="0"/>
              </a:rPr>
              <a:t>(6,5,2) ,(1,8,9), (7,1,1), (7,8,7), (7,3,6), (2,1,4), (1,4,1), (8,7,3), (6,2,8), (2,8,6), (9,1,4), (2,8,3), (8,1,4), (9,4,1), (7,2,9)</a:t>
            </a:r>
            <a:endParaRPr lang="en-US" sz="24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F8D6C-B9A4-B66F-934D-572470F844CA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12B381-350D-5094-8B25-42BAC5F7AD79}"/>
              </a:ext>
            </a:extLst>
          </p:cNvPr>
          <p:cNvSpPr/>
          <p:nvPr/>
        </p:nvSpPr>
        <p:spPr>
          <a:xfrm>
            <a:off x="5262873" y="1473950"/>
            <a:ext cx="2391374" cy="6054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/>
              <a:t>6,5,2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5273D6-5816-AA72-0E57-FC5B9F19742A}"/>
              </a:ext>
            </a:extLst>
          </p:cNvPr>
          <p:cNvSpPr/>
          <p:nvPr/>
        </p:nvSpPr>
        <p:spPr>
          <a:xfrm>
            <a:off x="1772712" y="2536563"/>
            <a:ext cx="1887281" cy="7117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1,8,9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B6116A-1147-E740-E00A-DEA2B32D7DFD}"/>
              </a:ext>
            </a:extLst>
          </p:cNvPr>
          <p:cNvSpPr/>
          <p:nvPr/>
        </p:nvSpPr>
        <p:spPr>
          <a:xfrm>
            <a:off x="9307860" y="2402901"/>
            <a:ext cx="1770051" cy="6983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/>
              <a:t>7,1,1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F6B383-C519-8345-28D7-F2F312F70E70}"/>
              </a:ext>
            </a:extLst>
          </p:cNvPr>
          <p:cNvSpPr/>
          <p:nvPr/>
        </p:nvSpPr>
        <p:spPr>
          <a:xfrm>
            <a:off x="1033346" y="3759188"/>
            <a:ext cx="2051404" cy="723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2,1,4</a:t>
            </a:r>
            <a:endParaRPr lang="en-IN" sz="40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F31A54-D954-E8EC-D570-31A2810AFDD5}"/>
              </a:ext>
            </a:extLst>
          </p:cNvPr>
          <p:cNvSpPr/>
          <p:nvPr/>
        </p:nvSpPr>
        <p:spPr>
          <a:xfrm>
            <a:off x="11128757" y="4091908"/>
            <a:ext cx="1746605" cy="7072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7,8,7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5F6152-22CD-C8ED-2EF7-502DC9804733}"/>
              </a:ext>
            </a:extLst>
          </p:cNvPr>
          <p:cNvSpPr/>
          <p:nvPr/>
        </p:nvSpPr>
        <p:spPr>
          <a:xfrm>
            <a:off x="3164" y="5267538"/>
            <a:ext cx="1910729" cy="8369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1,4,1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DCD14C-57D1-25B7-A943-6245DA352979}"/>
              </a:ext>
            </a:extLst>
          </p:cNvPr>
          <p:cNvSpPr/>
          <p:nvPr/>
        </p:nvSpPr>
        <p:spPr>
          <a:xfrm>
            <a:off x="8979351" y="5295952"/>
            <a:ext cx="1746605" cy="7109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7,3,6</a:t>
            </a:r>
            <a:endParaRPr lang="en-IN" sz="40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19C279-9458-BDA6-B018-BC183B6E71C5}"/>
              </a:ext>
            </a:extLst>
          </p:cNvPr>
          <p:cNvSpPr/>
          <p:nvPr/>
        </p:nvSpPr>
        <p:spPr>
          <a:xfrm>
            <a:off x="2508607" y="5270816"/>
            <a:ext cx="1922452" cy="7133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6,2,8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4C9432-F4ED-21DA-749B-53DD6082BF02}"/>
              </a:ext>
            </a:extLst>
          </p:cNvPr>
          <p:cNvSpPr/>
          <p:nvPr/>
        </p:nvSpPr>
        <p:spPr>
          <a:xfrm>
            <a:off x="2563942" y="6591288"/>
            <a:ext cx="1922450" cy="8397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dirty="0">
                <a:ea typeface="Calibri"/>
                <a:cs typeface="Calibri"/>
              </a:rPr>
              <a:t>2,8,4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B5BB1A-6394-2923-C979-74F4EA383C68}"/>
              </a:ext>
            </a:extLst>
          </p:cNvPr>
          <p:cNvSpPr/>
          <p:nvPr/>
        </p:nvSpPr>
        <p:spPr>
          <a:xfrm>
            <a:off x="138858" y="6620810"/>
            <a:ext cx="1922451" cy="8514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2,8,3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60D9AE-F615-BDFC-1A1D-0B6964C9C771}"/>
              </a:ext>
            </a:extLst>
          </p:cNvPr>
          <p:cNvSpPr/>
          <p:nvPr/>
        </p:nvSpPr>
        <p:spPr>
          <a:xfrm>
            <a:off x="6288575" y="4030555"/>
            <a:ext cx="2027959" cy="7602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9,1,4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D7932F-B0BE-713C-92F2-8784A2B55E87}"/>
              </a:ext>
            </a:extLst>
          </p:cNvPr>
          <p:cNvSpPr/>
          <p:nvPr/>
        </p:nvSpPr>
        <p:spPr>
          <a:xfrm>
            <a:off x="4649190" y="5294831"/>
            <a:ext cx="2016236" cy="7080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dirty="0">
                <a:ea typeface="Calibri"/>
                <a:cs typeface="Calibri"/>
              </a:rPr>
              <a:t>8,1,4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C4BE54F-5590-9275-1A2A-6D656D8AB81C}"/>
              </a:ext>
            </a:extLst>
          </p:cNvPr>
          <p:cNvSpPr/>
          <p:nvPr/>
        </p:nvSpPr>
        <p:spPr>
          <a:xfrm>
            <a:off x="10464494" y="6260124"/>
            <a:ext cx="1746605" cy="7197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8,7,3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805BD74-D026-4FB0-754B-BC17C8165F37}"/>
              </a:ext>
            </a:extLst>
          </p:cNvPr>
          <p:cNvSpPr/>
          <p:nvPr/>
        </p:nvSpPr>
        <p:spPr>
          <a:xfrm>
            <a:off x="12873652" y="5524733"/>
            <a:ext cx="1758328" cy="5818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7,2,9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6E17FE-AA31-1261-A381-242145F012A3}"/>
              </a:ext>
            </a:extLst>
          </p:cNvPr>
          <p:cNvCxnSpPr>
            <a:stCxn id="10" idx="2"/>
            <a:endCxn id="3" idx="7"/>
          </p:cNvCxnSpPr>
          <p:nvPr/>
        </p:nvCxnSpPr>
        <p:spPr>
          <a:xfrm flipH="1">
            <a:off x="3383607" y="1776657"/>
            <a:ext cx="1879266" cy="86413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8CB2533-51D6-3996-0DB4-EF401E281C40}"/>
              </a:ext>
            </a:extLst>
          </p:cNvPr>
          <p:cNvSpPr/>
          <p:nvPr/>
        </p:nvSpPr>
        <p:spPr>
          <a:xfrm>
            <a:off x="8975662" y="7408985"/>
            <a:ext cx="1746605" cy="7197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>
                <a:ea typeface="Calibri"/>
                <a:cs typeface="Calibri"/>
              </a:rPr>
              <a:t>9,4,1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FCAFA0-24B5-E9AA-F101-935EF60221CC}"/>
              </a:ext>
            </a:extLst>
          </p:cNvPr>
          <p:cNvCxnSpPr>
            <a:cxnSpLocks/>
            <a:stCxn id="10" idx="6"/>
            <a:endCxn id="4" idx="1"/>
          </p:cNvCxnSpPr>
          <p:nvPr/>
        </p:nvCxnSpPr>
        <p:spPr>
          <a:xfrm>
            <a:off x="7654247" y="1776657"/>
            <a:ext cx="1912831" cy="72852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D31C78-045F-2FD5-3014-BFFE5B501C56}"/>
              </a:ext>
            </a:extLst>
          </p:cNvPr>
          <p:cNvCxnSpPr>
            <a:cxnSpLocks/>
            <a:stCxn id="23" idx="7"/>
            <a:endCxn id="4" idx="3"/>
          </p:cNvCxnSpPr>
          <p:nvPr/>
        </p:nvCxnSpPr>
        <p:spPr>
          <a:xfrm flipV="1">
            <a:off x="8019546" y="2999018"/>
            <a:ext cx="1547532" cy="114286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CCA0EC-80BC-5B3B-8EB5-D006DD363D79}"/>
              </a:ext>
            </a:extLst>
          </p:cNvPr>
          <p:cNvCxnSpPr>
            <a:cxnSpLocks/>
          </p:cNvCxnSpPr>
          <p:nvPr/>
        </p:nvCxnSpPr>
        <p:spPr>
          <a:xfrm flipH="1" flipV="1">
            <a:off x="10722267" y="2999018"/>
            <a:ext cx="1164933" cy="108111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AB594A-945F-F70A-F487-062F8272EC20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0011508" y="4445522"/>
            <a:ext cx="1117249" cy="8493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BF4C4-24EE-F9DA-7909-7F7620934E7C}"/>
              </a:ext>
            </a:extLst>
          </p:cNvPr>
          <p:cNvCxnSpPr>
            <a:cxnSpLocks/>
            <a:stCxn id="6" idx="5"/>
            <a:endCxn id="26" idx="1"/>
          </p:cNvCxnSpPr>
          <p:nvPr/>
        </p:nvCxnSpPr>
        <p:spPr>
          <a:xfrm>
            <a:off x="12619578" y="4695565"/>
            <a:ext cx="511575" cy="91437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9F9F0DE-A149-382D-F6FB-B615A77DB5B5}"/>
              </a:ext>
            </a:extLst>
          </p:cNvPr>
          <p:cNvCxnSpPr>
            <a:cxnSpLocks/>
            <a:stCxn id="25" idx="0"/>
            <a:endCxn id="11" idx="5"/>
          </p:cNvCxnSpPr>
          <p:nvPr/>
        </p:nvCxnSpPr>
        <p:spPr>
          <a:xfrm flipH="1" flipV="1">
            <a:off x="10470172" y="5902761"/>
            <a:ext cx="867625" cy="35736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0BC6BE-084D-16E7-729D-D323BDCDB8E6}"/>
              </a:ext>
            </a:extLst>
          </p:cNvPr>
          <p:cNvCxnSpPr>
            <a:cxnSpLocks/>
            <a:stCxn id="25" idx="4"/>
            <a:endCxn id="13" idx="7"/>
          </p:cNvCxnSpPr>
          <p:nvPr/>
        </p:nvCxnSpPr>
        <p:spPr>
          <a:xfrm flipH="1">
            <a:off x="10466483" y="6979878"/>
            <a:ext cx="871314" cy="53451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34084D2-6D54-1B3F-62A4-AA0C928EE85A}"/>
              </a:ext>
            </a:extLst>
          </p:cNvPr>
          <p:cNvCxnSpPr>
            <a:cxnSpLocks/>
            <a:stCxn id="24" idx="7"/>
            <a:endCxn id="23" idx="4"/>
          </p:cNvCxnSpPr>
          <p:nvPr/>
        </p:nvCxnSpPr>
        <p:spPr>
          <a:xfrm flipV="1">
            <a:off x="6370155" y="4790778"/>
            <a:ext cx="932400" cy="60774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AAF7F63-26CF-F284-DD96-25CE2860BD24}"/>
              </a:ext>
            </a:extLst>
          </p:cNvPr>
          <p:cNvCxnSpPr>
            <a:cxnSpLocks/>
            <a:endCxn id="3" idx="4"/>
          </p:cNvCxnSpPr>
          <p:nvPr/>
        </p:nvCxnSpPr>
        <p:spPr>
          <a:xfrm flipV="1">
            <a:off x="2180492" y="3248286"/>
            <a:ext cx="535861" cy="51090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C29890D-CF06-85AB-3C04-BAE5A32FEF14}"/>
              </a:ext>
            </a:extLst>
          </p:cNvPr>
          <p:cNvCxnSpPr>
            <a:cxnSpLocks/>
          </p:cNvCxnSpPr>
          <p:nvPr/>
        </p:nvCxnSpPr>
        <p:spPr>
          <a:xfrm flipV="1">
            <a:off x="1260988" y="4482636"/>
            <a:ext cx="511724" cy="83403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7538A3-9EBD-1459-4412-B11747201941}"/>
              </a:ext>
            </a:extLst>
          </p:cNvPr>
          <p:cNvCxnSpPr>
            <a:cxnSpLocks/>
          </p:cNvCxnSpPr>
          <p:nvPr/>
        </p:nvCxnSpPr>
        <p:spPr>
          <a:xfrm flipH="1" flipV="1">
            <a:off x="2716352" y="4445522"/>
            <a:ext cx="507040" cy="8493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C48B588-DEB7-A0C5-6E5D-8301A1A3B200}"/>
              </a:ext>
            </a:extLst>
          </p:cNvPr>
          <p:cNvCxnSpPr>
            <a:cxnSpLocks/>
            <a:stCxn id="22" idx="0"/>
            <a:endCxn id="8" idx="4"/>
          </p:cNvCxnSpPr>
          <p:nvPr/>
        </p:nvCxnSpPr>
        <p:spPr>
          <a:xfrm flipH="1" flipV="1">
            <a:off x="958529" y="6104522"/>
            <a:ext cx="141555" cy="5162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F0E1997-BFB8-B5D7-4ADE-A7953737C47E}"/>
              </a:ext>
            </a:extLst>
          </p:cNvPr>
          <p:cNvCxnSpPr>
            <a:cxnSpLocks/>
            <a:endCxn id="12" idx="4"/>
          </p:cNvCxnSpPr>
          <p:nvPr/>
        </p:nvCxnSpPr>
        <p:spPr>
          <a:xfrm flipH="1" flipV="1">
            <a:off x="3469833" y="5984145"/>
            <a:ext cx="190160" cy="63666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16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19746-74E3-0D4D-B522-3E3A91EB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DDE2AB7-A9CC-1CCA-9EC4-4D4F97BD51D3}"/>
              </a:ext>
            </a:extLst>
          </p:cNvPr>
          <p:cNvSpPr/>
          <p:nvPr/>
        </p:nvSpPr>
        <p:spPr>
          <a:xfrm>
            <a:off x="381000" y="893683"/>
            <a:ext cx="13529548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Operations of K-dimensional Trees</a:t>
            </a:r>
            <a:endParaRPr lang="en-US" sz="4000" b="1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D3CD108-44FE-1296-8920-5D774EF93296}"/>
              </a:ext>
            </a:extLst>
          </p:cNvPr>
          <p:cNvSpPr/>
          <p:nvPr/>
        </p:nvSpPr>
        <p:spPr>
          <a:xfrm>
            <a:off x="861366" y="2577346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70E353-2822-F80D-76D0-6153C238E599}"/>
              </a:ext>
            </a:extLst>
          </p:cNvPr>
          <p:cNvSpPr/>
          <p:nvPr/>
        </p:nvSpPr>
        <p:spPr>
          <a:xfrm>
            <a:off x="1022041" y="2718911"/>
            <a:ext cx="141446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73E058-53E0-1403-CE3E-6A24772E8D80}"/>
              </a:ext>
            </a:extLst>
          </p:cNvPr>
          <p:cNvSpPr/>
          <p:nvPr/>
        </p:nvSpPr>
        <p:spPr>
          <a:xfrm>
            <a:off x="1529783" y="2651028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Insertion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B753AF1-EC0F-F7A6-5459-377F1D0EAC34}"/>
              </a:ext>
            </a:extLst>
          </p:cNvPr>
          <p:cNvSpPr/>
          <p:nvPr/>
        </p:nvSpPr>
        <p:spPr>
          <a:xfrm>
            <a:off x="1529783" y="3283234"/>
            <a:ext cx="3080980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are used for efficient nearest neighbor searches in image processing and object recognition tasks.</a:t>
            </a:r>
            <a:endParaRPr lang="en-US" sz="1600" b="1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7DCFCE6-0F64-A13F-277F-862B6286A59C}"/>
              </a:ext>
            </a:extLst>
          </p:cNvPr>
          <p:cNvSpPr/>
          <p:nvPr/>
        </p:nvSpPr>
        <p:spPr>
          <a:xfrm>
            <a:off x="5700338" y="2509463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9FF4E26-504A-7DD1-FFC4-F7D32C1D2445}"/>
              </a:ext>
            </a:extLst>
          </p:cNvPr>
          <p:cNvSpPr/>
          <p:nvPr/>
        </p:nvSpPr>
        <p:spPr>
          <a:xfrm>
            <a:off x="5838272" y="2651028"/>
            <a:ext cx="186928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A390A6-D83B-1CED-8235-53E8397A2AE2}"/>
              </a:ext>
            </a:extLst>
          </p:cNvPr>
          <p:cNvSpPr/>
          <p:nvPr/>
        </p:nvSpPr>
        <p:spPr>
          <a:xfrm>
            <a:off x="6437590" y="2613948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Search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91835C-F156-854F-BC01-6319DDB203C9}"/>
              </a:ext>
            </a:extLst>
          </p:cNvPr>
          <p:cNvSpPr/>
          <p:nvPr/>
        </p:nvSpPr>
        <p:spPr>
          <a:xfrm>
            <a:off x="6163134" y="3160633"/>
            <a:ext cx="3080980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They are employed in spatial databases to handle queries involving location-based data, such as geographic information systems.</a:t>
            </a:r>
            <a:endParaRPr lang="en-US" sz="1600" b="1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AEC628F-5ADB-3F13-58DD-B7EDC0CF6BC6}"/>
              </a:ext>
            </a:extLst>
          </p:cNvPr>
          <p:cNvSpPr/>
          <p:nvPr/>
        </p:nvSpPr>
        <p:spPr>
          <a:xfrm>
            <a:off x="10161270" y="2472383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FB1EE68-A378-B143-E3C9-9E888AFF682D}"/>
              </a:ext>
            </a:extLst>
          </p:cNvPr>
          <p:cNvSpPr/>
          <p:nvPr/>
        </p:nvSpPr>
        <p:spPr>
          <a:xfrm>
            <a:off x="10329710" y="2564665"/>
            <a:ext cx="170259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4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4A41C9F-7066-161A-77F0-09BC4A6E7786}"/>
              </a:ext>
            </a:extLst>
          </p:cNvPr>
          <p:cNvSpPr/>
          <p:nvPr/>
        </p:nvSpPr>
        <p:spPr>
          <a:xfrm>
            <a:off x="11037323" y="2539127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Deletion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139867-C876-E862-9BF8-BE6D62B49C34}"/>
              </a:ext>
            </a:extLst>
          </p:cNvPr>
          <p:cNvSpPr/>
          <p:nvPr/>
        </p:nvSpPr>
        <p:spPr>
          <a:xfrm>
            <a:off x="10935041" y="3160633"/>
            <a:ext cx="3080980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K-d trees are leveraged for data partitioning and nearest neighbor searches in various machine learning algorithms.</a:t>
            </a:r>
            <a:endParaRPr lang="en-US" sz="1600" b="1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515E1FC-66ED-5CCF-1D86-BD45819B40E3}"/>
              </a:ext>
            </a:extLst>
          </p:cNvPr>
          <p:cNvSpPr/>
          <p:nvPr/>
        </p:nvSpPr>
        <p:spPr>
          <a:xfrm>
            <a:off x="861366" y="5406509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ECA5EFE-5FE5-5498-16CC-60D27AC777EC}"/>
              </a:ext>
            </a:extLst>
          </p:cNvPr>
          <p:cNvSpPr/>
          <p:nvPr/>
        </p:nvSpPr>
        <p:spPr>
          <a:xfrm>
            <a:off x="1022041" y="5536227"/>
            <a:ext cx="18859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A467710-0AE8-F7CD-98C9-722B1F1857C7}"/>
              </a:ext>
            </a:extLst>
          </p:cNvPr>
          <p:cNvSpPr/>
          <p:nvPr/>
        </p:nvSpPr>
        <p:spPr>
          <a:xfrm>
            <a:off x="1609487" y="5477291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Nearest Neighbour Search (NN)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79423FF-2B27-1748-9D4F-B7CA0263A2A2}"/>
              </a:ext>
            </a:extLst>
          </p:cNvPr>
          <p:cNvSpPr/>
          <p:nvPr/>
        </p:nvSpPr>
        <p:spPr>
          <a:xfrm>
            <a:off x="1609487" y="6050519"/>
            <a:ext cx="3080980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They are used in robotic path planning and collision detection algorithms to efficiently navigate through complex environments.</a:t>
            </a:r>
            <a:endParaRPr lang="en-US" sz="16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998627-3805-D464-6298-D0733732B367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26D00223-0FF9-2C45-1395-5F71E2BA7F1D}"/>
              </a:ext>
            </a:extLst>
          </p:cNvPr>
          <p:cNvSpPr/>
          <p:nvPr/>
        </p:nvSpPr>
        <p:spPr>
          <a:xfrm>
            <a:off x="5700338" y="5406509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71EEA552-F793-7B36-9985-95E24732EDE7}"/>
              </a:ext>
            </a:extLst>
          </p:cNvPr>
          <p:cNvSpPr/>
          <p:nvPr/>
        </p:nvSpPr>
        <p:spPr>
          <a:xfrm>
            <a:off x="5865933" y="5511223"/>
            <a:ext cx="18859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</a:rPr>
              <a:t>5</a:t>
            </a:r>
            <a:endParaRPr lang="en-US" sz="24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63BDA413-FA42-A13A-26BE-852B28412164}"/>
              </a:ext>
            </a:extLst>
          </p:cNvPr>
          <p:cNvSpPr/>
          <p:nvPr/>
        </p:nvSpPr>
        <p:spPr>
          <a:xfrm>
            <a:off x="6437590" y="5477291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Range Search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29F82258-4C47-4D73-1404-7DBB781D35F7}"/>
              </a:ext>
            </a:extLst>
          </p:cNvPr>
          <p:cNvSpPr/>
          <p:nvPr/>
        </p:nvSpPr>
        <p:spPr>
          <a:xfrm>
            <a:off x="6163134" y="5896214"/>
            <a:ext cx="4166576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Range Search in a k-d tree is used to find all the points within a specified rectangular range. The algorithm is similar to nearest neighbor search, but instead of finding the closest point, it finds all points that fall within a defined range.</a:t>
            </a:r>
          </a:p>
        </p:txBody>
      </p:sp>
    </p:spTree>
    <p:extLst>
      <p:ext uri="{BB962C8B-B14F-4D97-AF65-F5344CB8AC3E}">
        <p14:creationId xmlns:p14="http://schemas.microsoft.com/office/powerpoint/2010/main" val="220071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73285" y="228752"/>
            <a:ext cx="11483829" cy="83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Code for Creating K-dimensional Trees(k=2)</a:t>
            </a:r>
            <a:endParaRPr lang="en-US" sz="445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F5A55-2768-B272-8640-9D1792E5B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33" t="10979" r="966" b="9259"/>
          <a:stretch/>
        </p:blipFill>
        <p:spPr>
          <a:xfrm>
            <a:off x="-1" y="1068512"/>
            <a:ext cx="14630401" cy="7161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7E5E0-6B50-4AC9-24E3-919A483E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07" t="10846" r="2605" b="8863"/>
          <a:stretch/>
        </p:blipFill>
        <p:spPr>
          <a:xfrm>
            <a:off x="0" y="10886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3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CA040F-B6BB-FB76-E16A-557B3EFA5E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1" t="11243" r="2009" b="9391"/>
          <a:stretch/>
        </p:blipFill>
        <p:spPr>
          <a:xfrm>
            <a:off x="0" y="-10886"/>
            <a:ext cx="14630400" cy="824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1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A8F9-9A58-AAD6-2082-816D576E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250AFA-047D-0569-19DB-591D37AB6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33" t="11111" r="1414" b="12699"/>
          <a:stretch/>
        </p:blipFill>
        <p:spPr>
          <a:xfrm>
            <a:off x="0" y="1068513"/>
            <a:ext cx="14630400" cy="716108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3DA4CC9-B3E9-833C-5A58-18F9D0DBCA2B}"/>
              </a:ext>
            </a:extLst>
          </p:cNvPr>
          <p:cNvSpPr/>
          <p:nvPr/>
        </p:nvSpPr>
        <p:spPr>
          <a:xfrm>
            <a:off x="1573285" y="228752"/>
            <a:ext cx="11483829" cy="83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Code for Creating K-dimensional Trees (k=3)</a:t>
            </a:r>
            <a:endParaRPr lang="en-US" sz="4450" b="1" dirty="0"/>
          </a:p>
        </p:txBody>
      </p:sp>
    </p:spTree>
    <p:extLst>
      <p:ext uri="{BB962C8B-B14F-4D97-AF65-F5344CB8AC3E}">
        <p14:creationId xmlns:p14="http://schemas.microsoft.com/office/powerpoint/2010/main" val="3542913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623F8-9264-8334-2324-E438A31B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22435E-1BA4-9F90-ED36-CE2AFF08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1" t="11111" r="2009" b="19179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0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2489-81DE-4041-71E3-FE6605CE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1B9D20-CA37-9198-10AD-4043A37E1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1" t="10979" r="4613" b="9259"/>
          <a:stretch/>
        </p:blipFill>
        <p:spPr>
          <a:xfrm>
            <a:off x="0" y="-12541"/>
            <a:ext cx="14625688" cy="824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76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49648" y="3312631"/>
            <a:ext cx="6131103" cy="160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96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D6E70-8EBD-815A-2AC6-373DE4E1EE39}"/>
              </a:ext>
            </a:extLst>
          </p:cNvPr>
          <p:cNvSpPr/>
          <p:nvPr/>
        </p:nvSpPr>
        <p:spPr>
          <a:xfrm>
            <a:off x="12832422" y="7767263"/>
            <a:ext cx="1705511" cy="359595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009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984</Words>
  <Application>Microsoft Office PowerPoint</Application>
  <PresentationFormat>Custom</PresentationFormat>
  <Paragraphs>143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Fraunces Medium</vt:lpstr>
      <vt:lpstr>Calibri</vt:lpstr>
      <vt:lpstr>Epilogue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Keshav Thacker</cp:lastModifiedBy>
  <cp:revision>1</cp:revision>
  <dcterms:created xsi:type="dcterms:W3CDTF">2024-10-01T20:25:03Z</dcterms:created>
  <dcterms:modified xsi:type="dcterms:W3CDTF">2024-10-14T06:27:42Z</dcterms:modified>
</cp:coreProperties>
</file>